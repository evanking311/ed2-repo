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6"/>
  </p:notesMasterIdLst>
  <p:sldIdLst>
    <p:sldId id="266" r:id="rId5"/>
  </p:sldIdLst>
  <p:sldSz cx="43891200" cy="32918400"/>
  <p:notesSz cx="6858000" cy="9144000"/>
  <p:defaultTextStyle>
    <a:defPPr>
      <a:defRPr lang="en-US"/>
    </a:defPPr>
    <a:lvl1pPr marL="0" algn="l" defTabSz="4570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020" algn="l" defTabSz="4570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040" algn="l" defTabSz="4570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048" algn="l" defTabSz="4570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068" algn="l" defTabSz="4570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088" algn="l" defTabSz="4570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108" algn="l" defTabSz="4570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116" algn="l" defTabSz="4570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136" algn="l" defTabSz="4570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57C"/>
    <a:srgbClr val="D10F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8294B6-EECB-85C3-3587-FFDD10D2598B}" v="122" dt="2026-03-30T16:39:09.715"/>
    <p1510:client id="{90477710-9DC8-967A-9579-42C5DAB3F3C0}" v="47" dt="2026-03-30T02:44:04.864"/>
    <p1510:client id="{911086CE-ED47-544A-783F-3E648C7730E6}" v="22" dt="2026-03-30T16:45:06.889"/>
    <p1510:client id="{F263142A-BC15-1144-506F-0A762FB6C0DF}" v="21" dt="2026-03-29T23:44:49.622"/>
    <p1510:client id="{F555A50A-BCB6-9491-273B-4EF6A3D2AE0D}" v="234" dt="2026-03-29T21:05:04.2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kylar Gutman" userId="S::sgutman@fau.edu::ffddc5bc-9c3f-4f2c-ab23-4c5172823463" providerId="AD" clId="Web-{B92439ED-E604-5B59-B860-8613B6CF72BC}"/>
    <pc:docChg chg="modSld">
      <pc:chgData name="Skylar Gutman" userId="S::sgutman@fau.edu::ffddc5bc-9c3f-4f2c-ab23-4c5172823463" providerId="AD" clId="Web-{B92439ED-E604-5B59-B860-8613B6CF72BC}" dt="2026-03-10T03:39:07.710" v="28"/>
      <pc:docMkLst>
        <pc:docMk/>
      </pc:docMkLst>
    </pc:docChg>
  </pc:docChgLst>
  <pc:docChgLst>
    <pc:chgData name="Skylar Gutman" userId="S::sgutman@fau.edu::ffddc5bc-9c3f-4f2c-ab23-4c5172823463" providerId="AD" clId="Web-{AE428ACE-D770-AB8B-4FBC-0B0AFFADA1F9}"/>
    <pc:docChg chg="modSld">
      <pc:chgData name="Skylar Gutman" userId="S::sgutman@fau.edu::ffddc5bc-9c3f-4f2c-ab23-4c5172823463" providerId="AD" clId="Web-{AE428ACE-D770-AB8B-4FBC-0B0AFFADA1F9}" dt="2026-03-28T01:19:50.015" v="3" actId="1076"/>
      <pc:docMkLst>
        <pc:docMk/>
      </pc:docMkLst>
    </pc:docChg>
  </pc:docChgLst>
  <pc:docChgLst>
    <pc:chgData name="Evan King" userId="S::eking2022@fau.edu::11cf3da6-1aa5-474e-aa8d-f104e918302c" providerId="AD" clId="Web-{D2E052B2-20C4-3A9B-7075-4A08583BFCC0}"/>
    <pc:docChg chg="modSld">
      <pc:chgData name="Evan King" userId="S::eking2022@fau.edu::11cf3da6-1aa5-474e-aa8d-f104e918302c" providerId="AD" clId="Web-{D2E052B2-20C4-3A9B-7075-4A08583BFCC0}" dt="2026-03-27T23:59:21.721" v="1" actId="1076"/>
      <pc:docMkLst>
        <pc:docMk/>
      </pc:docMkLst>
    </pc:docChg>
  </pc:docChgLst>
  <pc:docChgLst>
    <pc:chgData name="Bruce Fong" userId="S::bfong@fau.edu::6b7b79ea-8308-47cf-a500-42c1bc35ec68" providerId="AD" clId="Web-{6CDE09FD-8F22-CA70-B22C-B017B17F199F}"/>
    <pc:docChg chg="addSld modSld">
      <pc:chgData name="Bruce Fong" userId="S::bfong@fau.edu::6b7b79ea-8308-47cf-a500-42c1bc35ec68" providerId="AD" clId="Web-{6CDE09FD-8F22-CA70-B22C-B017B17F199F}" dt="2026-03-27T20:10:50.108" v="68" actId="1076"/>
      <pc:docMkLst>
        <pc:docMk/>
      </pc:docMkLst>
    </pc:docChg>
  </pc:docChgLst>
  <pc:docChgLst>
    <pc:chgData name="Skylar Gutman" userId="S::sgutman@fau.edu::ffddc5bc-9c3f-4f2c-ab23-4c5172823463" providerId="AD" clId="Web-{4C06ABFA-34F5-1498-514D-B2541FA277D7}"/>
    <pc:docChg chg="modSld">
      <pc:chgData name="Skylar Gutman" userId="S::sgutman@fau.edu::ffddc5bc-9c3f-4f2c-ab23-4c5172823463" providerId="AD" clId="Web-{4C06ABFA-34F5-1498-514D-B2541FA277D7}" dt="2026-03-13T13:52:45.575" v="1" actId="14100"/>
      <pc:docMkLst>
        <pc:docMk/>
      </pc:docMkLst>
    </pc:docChg>
  </pc:docChgLst>
  <pc:docChgLst>
    <pc:chgData name="Bruce Fong" userId="S::bfong@fau.edu::6b7b79ea-8308-47cf-a500-42c1bc35ec68" providerId="AD" clId="Web-{90477710-9DC8-967A-9579-42C5DAB3F3C0}"/>
    <pc:docChg chg="modSld">
      <pc:chgData name="Bruce Fong" userId="S::bfong@fau.edu::6b7b79ea-8308-47cf-a500-42c1bc35ec68" providerId="AD" clId="Web-{90477710-9DC8-967A-9579-42C5DAB3F3C0}" dt="2026-03-30T02:44:04.864" v="47" actId="1076"/>
      <pc:docMkLst>
        <pc:docMk/>
      </pc:docMkLst>
      <pc:sldChg chg="modSp">
        <pc:chgData name="Bruce Fong" userId="S::bfong@fau.edu::6b7b79ea-8308-47cf-a500-42c1bc35ec68" providerId="AD" clId="Web-{90477710-9DC8-967A-9579-42C5DAB3F3C0}" dt="2026-03-30T02:44:04.864" v="47" actId="1076"/>
        <pc:sldMkLst>
          <pc:docMk/>
          <pc:sldMk cId="3015692844" sldId="266"/>
        </pc:sldMkLst>
        <pc:spChg chg="mod">
          <ac:chgData name="Bruce Fong" userId="S::bfong@fau.edu::6b7b79ea-8308-47cf-a500-42c1bc35ec68" providerId="AD" clId="Web-{90477710-9DC8-967A-9579-42C5DAB3F3C0}" dt="2026-03-30T02:41:30.510" v="31" actId="1076"/>
          <ac:spMkLst>
            <pc:docMk/>
            <pc:sldMk cId="3015692844" sldId="266"/>
            <ac:spMk id="19" creationId="{4402616F-2088-2978-34E8-490CE811F4C5}"/>
          </ac:spMkLst>
        </pc:spChg>
        <pc:spChg chg="mod">
          <ac:chgData name="Bruce Fong" userId="S::bfong@fau.edu::6b7b79ea-8308-47cf-a500-42c1bc35ec68" providerId="AD" clId="Web-{90477710-9DC8-967A-9579-42C5DAB3F3C0}" dt="2026-03-30T02:41:22.119" v="30" actId="1076"/>
          <ac:spMkLst>
            <pc:docMk/>
            <pc:sldMk cId="3015692844" sldId="266"/>
            <ac:spMk id="20" creationId="{2E336F6B-CF20-3053-85E3-04566E063397}"/>
          </ac:spMkLst>
        </pc:spChg>
        <pc:spChg chg="mod">
          <ac:chgData name="Bruce Fong" userId="S::bfong@fau.edu::6b7b79ea-8308-47cf-a500-42c1bc35ec68" providerId="AD" clId="Web-{90477710-9DC8-967A-9579-42C5DAB3F3C0}" dt="2026-03-30T02:42:59.610" v="43" actId="1076"/>
          <ac:spMkLst>
            <pc:docMk/>
            <pc:sldMk cId="3015692844" sldId="266"/>
            <ac:spMk id="35" creationId="{C47E39F3-3A8A-1324-1EBB-AC8F783D2B77}"/>
          </ac:spMkLst>
        </pc:spChg>
        <pc:spChg chg="mod">
          <ac:chgData name="Bruce Fong" userId="S::bfong@fau.edu::6b7b79ea-8308-47cf-a500-42c1bc35ec68" providerId="AD" clId="Web-{90477710-9DC8-967A-9579-42C5DAB3F3C0}" dt="2026-03-30T02:42:43.766" v="41" actId="1076"/>
          <ac:spMkLst>
            <pc:docMk/>
            <pc:sldMk cId="3015692844" sldId="266"/>
            <ac:spMk id="36" creationId="{44D1E4F7-1D48-77D4-1F78-54EE5CC00BFB}"/>
          </ac:spMkLst>
        </pc:spChg>
        <pc:spChg chg="mod">
          <ac:chgData name="Bruce Fong" userId="S::bfong@fau.edu::6b7b79ea-8308-47cf-a500-42c1bc35ec68" providerId="AD" clId="Web-{90477710-9DC8-967A-9579-42C5DAB3F3C0}" dt="2026-03-30T02:42:33.156" v="39" actId="1076"/>
          <ac:spMkLst>
            <pc:docMk/>
            <pc:sldMk cId="3015692844" sldId="266"/>
            <ac:spMk id="38" creationId="{BA119583-5E16-9A44-E405-AD173B4191A8}"/>
          </ac:spMkLst>
        </pc:spChg>
        <pc:spChg chg="mod">
          <ac:chgData name="Bruce Fong" userId="S::bfong@fau.edu::6b7b79ea-8308-47cf-a500-42c1bc35ec68" providerId="AD" clId="Web-{90477710-9DC8-967A-9579-42C5DAB3F3C0}" dt="2026-03-30T02:43:09.267" v="44" actId="1076"/>
          <ac:spMkLst>
            <pc:docMk/>
            <pc:sldMk cId="3015692844" sldId="266"/>
            <ac:spMk id="39" creationId="{B71ADBB6-6D18-9ABE-AE16-0A032EC43459}"/>
          </ac:spMkLst>
        </pc:spChg>
        <pc:picChg chg="mod">
          <ac:chgData name="Bruce Fong" userId="S::bfong@fau.edu::6b7b79ea-8308-47cf-a500-42c1bc35ec68" providerId="AD" clId="Web-{90477710-9DC8-967A-9579-42C5DAB3F3C0}" dt="2026-03-30T02:43:53.801" v="45" actId="1076"/>
          <ac:picMkLst>
            <pc:docMk/>
            <pc:sldMk cId="3015692844" sldId="266"/>
            <ac:picMk id="7" creationId="{20519179-8C89-C2B4-C8A2-957AFFD1BA89}"/>
          </ac:picMkLst>
        </pc:picChg>
        <pc:picChg chg="mod">
          <ac:chgData name="Bruce Fong" userId="S::bfong@fau.edu::6b7b79ea-8308-47cf-a500-42c1bc35ec68" providerId="AD" clId="Web-{90477710-9DC8-967A-9579-42C5DAB3F3C0}" dt="2026-03-30T02:41:01.055" v="27" actId="1076"/>
          <ac:picMkLst>
            <pc:docMk/>
            <pc:sldMk cId="3015692844" sldId="266"/>
            <ac:picMk id="9" creationId="{AB3BB0F8-4F10-A369-B2AE-1474C1A43049}"/>
          </ac:picMkLst>
        </pc:picChg>
        <pc:picChg chg="mod">
          <ac:chgData name="Bruce Fong" userId="S::bfong@fau.edu::6b7b79ea-8308-47cf-a500-42c1bc35ec68" providerId="AD" clId="Web-{90477710-9DC8-967A-9579-42C5DAB3F3C0}" dt="2026-03-30T02:44:04.864" v="47" actId="1076"/>
          <ac:picMkLst>
            <pc:docMk/>
            <pc:sldMk cId="3015692844" sldId="266"/>
            <ac:picMk id="14" creationId="{37747FFF-AA21-2C8E-9EE8-C4BE4DD6D027}"/>
          </ac:picMkLst>
        </pc:picChg>
        <pc:picChg chg="mod">
          <ac:chgData name="Bruce Fong" userId="S::bfong@fau.edu::6b7b79ea-8308-47cf-a500-42c1bc35ec68" providerId="AD" clId="Web-{90477710-9DC8-967A-9579-42C5DAB3F3C0}" dt="2026-03-30T02:43:58.364" v="46" actId="1076"/>
          <ac:picMkLst>
            <pc:docMk/>
            <pc:sldMk cId="3015692844" sldId="266"/>
            <ac:picMk id="15" creationId="{F71CCE18-66D0-2FA4-6294-EC50E60C239B}"/>
          </ac:picMkLst>
        </pc:picChg>
        <pc:picChg chg="mod">
          <ac:chgData name="Bruce Fong" userId="S::bfong@fau.edu::6b7b79ea-8308-47cf-a500-42c1bc35ec68" providerId="AD" clId="Web-{90477710-9DC8-967A-9579-42C5DAB3F3C0}" dt="2026-03-30T02:42:19.889" v="38" actId="14100"/>
          <ac:picMkLst>
            <pc:docMk/>
            <pc:sldMk cId="3015692844" sldId="266"/>
            <ac:picMk id="25" creationId="{2D8DEAC1-F92C-226E-6E43-E302AA616AE3}"/>
          </ac:picMkLst>
        </pc:picChg>
      </pc:sldChg>
    </pc:docChg>
  </pc:docChgLst>
  <pc:docChgLst>
    <pc:chgData name="Bruce Fong" userId="S::bfong@fau.edu::6b7b79ea-8308-47cf-a500-42c1bc35ec68" providerId="AD" clId="Web-{F263142A-BC15-1144-506F-0A762FB6C0DF}"/>
    <pc:docChg chg="modSld">
      <pc:chgData name="Bruce Fong" userId="S::bfong@fau.edu::6b7b79ea-8308-47cf-a500-42c1bc35ec68" providerId="AD" clId="Web-{F263142A-BC15-1144-506F-0A762FB6C0DF}" dt="2026-03-29T23:44:49.622" v="21" actId="1076"/>
      <pc:docMkLst>
        <pc:docMk/>
      </pc:docMkLst>
      <pc:sldChg chg="modSp">
        <pc:chgData name="Bruce Fong" userId="S::bfong@fau.edu::6b7b79ea-8308-47cf-a500-42c1bc35ec68" providerId="AD" clId="Web-{F263142A-BC15-1144-506F-0A762FB6C0DF}" dt="2026-03-29T23:44:49.622" v="21" actId="1076"/>
        <pc:sldMkLst>
          <pc:docMk/>
          <pc:sldMk cId="3015692844" sldId="266"/>
        </pc:sldMkLst>
        <pc:spChg chg="mod">
          <ac:chgData name="Bruce Fong" userId="S::bfong@fau.edu::6b7b79ea-8308-47cf-a500-42c1bc35ec68" providerId="AD" clId="Web-{F263142A-BC15-1144-506F-0A762FB6C0DF}" dt="2026-03-29T23:42:49.729" v="16" actId="14100"/>
          <ac:spMkLst>
            <pc:docMk/>
            <pc:sldMk cId="3015692844" sldId="266"/>
            <ac:spMk id="20" creationId="{2E336F6B-CF20-3053-85E3-04566E063397}"/>
          </ac:spMkLst>
        </pc:spChg>
        <pc:picChg chg="mod">
          <ac:chgData name="Bruce Fong" userId="S::bfong@fau.edu::6b7b79ea-8308-47cf-a500-42c1bc35ec68" providerId="AD" clId="Web-{F263142A-BC15-1144-506F-0A762FB6C0DF}" dt="2026-03-29T23:44:44.747" v="20" actId="1076"/>
          <ac:picMkLst>
            <pc:docMk/>
            <pc:sldMk cId="3015692844" sldId="266"/>
            <ac:picMk id="7" creationId="{20519179-8C89-C2B4-C8A2-957AFFD1BA89}"/>
          </ac:picMkLst>
        </pc:picChg>
        <pc:picChg chg="mod">
          <ac:chgData name="Bruce Fong" userId="S::bfong@fau.edu::6b7b79ea-8308-47cf-a500-42c1bc35ec68" providerId="AD" clId="Web-{F263142A-BC15-1144-506F-0A762FB6C0DF}" dt="2026-03-29T23:43:12.620" v="17" actId="1076"/>
          <ac:picMkLst>
            <pc:docMk/>
            <pc:sldMk cId="3015692844" sldId="266"/>
            <ac:picMk id="9" creationId="{AB3BB0F8-4F10-A369-B2AE-1474C1A43049}"/>
          </ac:picMkLst>
        </pc:picChg>
        <pc:picChg chg="mod">
          <ac:chgData name="Bruce Fong" userId="S::bfong@fau.edu::6b7b79ea-8308-47cf-a500-42c1bc35ec68" providerId="AD" clId="Web-{F263142A-BC15-1144-506F-0A762FB6C0DF}" dt="2026-03-29T23:44:49.622" v="21" actId="1076"/>
          <ac:picMkLst>
            <pc:docMk/>
            <pc:sldMk cId="3015692844" sldId="266"/>
            <ac:picMk id="14" creationId="{37747FFF-AA21-2C8E-9EE8-C4BE4DD6D027}"/>
          </ac:picMkLst>
        </pc:picChg>
      </pc:sldChg>
    </pc:docChg>
  </pc:docChgLst>
  <pc:docChgLst>
    <pc:chgData name="Angel Diaz Ramirez" userId="S::adiazramirez2023@fau.edu::6656504e-4fb0-41b7-a7c2-ec2f6c7e7d07" providerId="AD" clId="Web-{C6A06C23-B22E-1FE0-5047-6FA5484E067F}"/>
    <pc:docChg chg="modSld">
      <pc:chgData name="Angel Diaz Ramirez" userId="S::adiazramirez2023@fau.edu::6656504e-4fb0-41b7-a7c2-ec2f6c7e7d07" providerId="AD" clId="Web-{C6A06C23-B22E-1FE0-5047-6FA5484E067F}" dt="2026-03-28T01:21:19.315" v="7" actId="20577"/>
      <pc:docMkLst>
        <pc:docMk/>
      </pc:docMkLst>
    </pc:docChg>
  </pc:docChgLst>
  <pc:docChgLst>
    <pc:chgData name="Bruce Fong" userId="S::bfong@fau.edu::6b7b79ea-8308-47cf-a500-42c1bc35ec68" providerId="AD" clId="Web-{1D8294B6-EECB-85C3-3587-FFDD10D2598B}"/>
    <pc:docChg chg="addSld delSld modSld">
      <pc:chgData name="Bruce Fong" userId="S::bfong@fau.edu::6b7b79ea-8308-47cf-a500-42c1bc35ec68" providerId="AD" clId="Web-{1D8294B6-EECB-85C3-3587-FFDD10D2598B}" dt="2026-03-30T16:39:09.715" v="120"/>
      <pc:docMkLst>
        <pc:docMk/>
      </pc:docMkLst>
      <pc:sldChg chg="del">
        <pc:chgData name="Bruce Fong" userId="S::bfong@fau.edu::6b7b79ea-8308-47cf-a500-42c1bc35ec68" providerId="AD" clId="Web-{1D8294B6-EECB-85C3-3587-FFDD10D2598B}" dt="2026-03-30T16:39:09.715" v="120"/>
        <pc:sldMkLst>
          <pc:docMk/>
          <pc:sldMk cId="2438216132" sldId="260"/>
        </pc:sldMkLst>
      </pc:sldChg>
      <pc:sldChg chg="del">
        <pc:chgData name="Bruce Fong" userId="S::bfong@fau.edu::6b7b79ea-8308-47cf-a500-42c1bc35ec68" providerId="AD" clId="Web-{1D8294B6-EECB-85C3-3587-FFDD10D2598B}" dt="2026-03-30T16:32:12.306" v="0"/>
        <pc:sldMkLst>
          <pc:docMk/>
          <pc:sldMk cId="1365164356" sldId="263"/>
        </pc:sldMkLst>
      </pc:sldChg>
      <pc:sldChg chg="del">
        <pc:chgData name="Bruce Fong" userId="S::bfong@fau.edu::6b7b79ea-8308-47cf-a500-42c1bc35ec68" providerId="AD" clId="Web-{1D8294B6-EECB-85C3-3587-FFDD10D2598B}" dt="2026-03-30T16:32:15.556" v="1"/>
        <pc:sldMkLst>
          <pc:docMk/>
          <pc:sldMk cId="2874680311" sldId="264"/>
        </pc:sldMkLst>
      </pc:sldChg>
      <pc:sldChg chg="del">
        <pc:chgData name="Bruce Fong" userId="S::bfong@fau.edu::6b7b79ea-8308-47cf-a500-42c1bc35ec68" providerId="AD" clId="Web-{1D8294B6-EECB-85C3-3587-FFDD10D2598B}" dt="2026-03-30T16:32:22.415" v="2"/>
        <pc:sldMkLst>
          <pc:docMk/>
          <pc:sldMk cId="2872948810" sldId="265"/>
        </pc:sldMkLst>
      </pc:sldChg>
      <pc:sldChg chg="addSp delSp modSp add replId">
        <pc:chgData name="Bruce Fong" userId="S::bfong@fau.edu::6b7b79ea-8308-47cf-a500-42c1bc35ec68" providerId="AD" clId="Web-{1D8294B6-EECB-85C3-3587-FFDD10D2598B}" dt="2026-03-30T16:36:25.964" v="114" actId="1076"/>
        <pc:sldMkLst>
          <pc:docMk/>
          <pc:sldMk cId="326542007" sldId="267"/>
        </pc:sldMkLst>
        <pc:spChg chg="del mod">
          <ac:chgData name="Bruce Fong" userId="S::bfong@fau.edu::6b7b79ea-8308-47cf-a500-42c1bc35ec68" providerId="AD" clId="Web-{1D8294B6-EECB-85C3-3587-FFDD10D2598B}" dt="2026-03-30T16:33:06.119" v="10"/>
          <ac:spMkLst>
            <pc:docMk/>
            <pc:sldMk cId="326542007" sldId="267"/>
            <ac:spMk id="19" creationId="{C02DC24A-65A0-BBBB-66B8-A7B5755576E5}"/>
          </ac:spMkLst>
        </pc:spChg>
        <pc:spChg chg="del mod">
          <ac:chgData name="Bruce Fong" userId="S::bfong@fau.edu::6b7b79ea-8308-47cf-a500-42c1bc35ec68" providerId="AD" clId="Web-{1D8294B6-EECB-85C3-3587-FFDD10D2598B}" dt="2026-03-30T16:33:31.712" v="95"/>
          <ac:spMkLst>
            <pc:docMk/>
            <pc:sldMk cId="326542007" sldId="267"/>
            <ac:spMk id="20" creationId="{333A48FE-4E54-F791-6B7A-7153E8365CB5}"/>
          </ac:spMkLst>
        </pc:spChg>
        <pc:spChg chg="del mod">
          <ac:chgData name="Bruce Fong" userId="S::bfong@fau.edu::6b7b79ea-8308-47cf-a500-42c1bc35ec68" providerId="AD" clId="Web-{1D8294B6-EECB-85C3-3587-FFDD10D2598B}" dt="2026-03-30T16:33:42.634" v="97"/>
          <ac:spMkLst>
            <pc:docMk/>
            <pc:sldMk cId="326542007" sldId="267"/>
            <ac:spMk id="35" creationId="{F6440E5A-323D-21DA-C259-72B0B0B375A4}"/>
          </ac:spMkLst>
        </pc:spChg>
        <pc:spChg chg="del mod">
          <ac:chgData name="Bruce Fong" userId="S::bfong@fau.edu::6b7b79ea-8308-47cf-a500-42c1bc35ec68" providerId="AD" clId="Web-{1D8294B6-EECB-85C3-3587-FFDD10D2598B}" dt="2026-03-30T16:33:49.416" v="99"/>
          <ac:spMkLst>
            <pc:docMk/>
            <pc:sldMk cId="326542007" sldId="267"/>
            <ac:spMk id="36" creationId="{649E0872-36D9-9CC7-DC10-70C1667D4DF4}"/>
          </ac:spMkLst>
        </pc:spChg>
        <pc:spChg chg="del mod">
          <ac:chgData name="Bruce Fong" userId="S::bfong@fau.edu::6b7b79ea-8308-47cf-a500-42c1bc35ec68" providerId="AD" clId="Web-{1D8294B6-EECB-85C3-3587-FFDD10D2598B}" dt="2026-03-30T16:33:59.041" v="102"/>
          <ac:spMkLst>
            <pc:docMk/>
            <pc:sldMk cId="326542007" sldId="267"/>
            <ac:spMk id="38" creationId="{7A624024-A510-8325-222C-74BE4BB0E073}"/>
          </ac:spMkLst>
        </pc:spChg>
        <pc:spChg chg="del mod">
          <ac:chgData name="Bruce Fong" userId="S::bfong@fau.edu::6b7b79ea-8308-47cf-a500-42c1bc35ec68" providerId="AD" clId="Web-{1D8294B6-EECB-85C3-3587-FFDD10D2598B}" dt="2026-03-30T16:34:03.931" v="104"/>
          <ac:spMkLst>
            <pc:docMk/>
            <pc:sldMk cId="326542007" sldId="267"/>
            <ac:spMk id="39" creationId="{06B56787-3024-87CF-4417-F0DF8B9C73A3}"/>
          </ac:spMkLst>
        </pc:spChg>
        <pc:picChg chg="add mod">
          <ac:chgData name="Bruce Fong" userId="S::bfong@fau.edu::6b7b79ea-8308-47cf-a500-42c1bc35ec68" providerId="AD" clId="Web-{1D8294B6-EECB-85C3-3587-FFDD10D2598B}" dt="2026-03-30T16:36:25.964" v="114" actId="1076"/>
          <ac:picMkLst>
            <pc:docMk/>
            <pc:sldMk cId="326542007" sldId="267"/>
            <ac:picMk id="3" creationId="{32261BC5-4C98-89B6-E429-5D78821244F9}"/>
          </ac:picMkLst>
        </pc:picChg>
        <pc:picChg chg="del">
          <ac:chgData name="Bruce Fong" userId="S::bfong@fau.edu::6b7b79ea-8308-47cf-a500-42c1bc35ec68" providerId="AD" clId="Web-{1D8294B6-EECB-85C3-3587-FFDD10D2598B}" dt="2026-03-30T16:34:05.384" v="105"/>
          <ac:picMkLst>
            <pc:docMk/>
            <pc:sldMk cId="326542007" sldId="267"/>
            <ac:picMk id="7" creationId="{F4302703-75F0-3BE0-514A-27AAC7D42702}"/>
          </ac:picMkLst>
        </pc:picChg>
        <pc:picChg chg="del">
          <ac:chgData name="Bruce Fong" userId="S::bfong@fau.edu::6b7b79ea-8308-47cf-a500-42c1bc35ec68" providerId="AD" clId="Web-{1D8294B6-EECB-85C3-3587-FFDD10D2598B}" dt="2026-03-30T16:32:43.244" v="4"/>
          <ac:picMkLst>
            <pc:docMk/>
            <pc:sldMk cId="326542007" sldId="267"/>
            <ac:picMk id="9" creationId="{AB4025E1-63F7-B976-ACD8-95BE89620F3A}"/>
          </ac:picMkLst>
        </pc:picChg>
        <pc:picChg chg="del">
          <ac:chgData name="Bruce Fong" userId="S::bfong@fau.edu::6b7b79ea-8308-47cf-a500-42c1bc35ec68" providerId="AD" clId="Web-{1D8294B6-EECB-85C3-3587-FFDD10D2598B}" dt="2026-03-30T16:34:08.697" v="108"/>
          <ac:picMkLst>
            <pc:docMk/>
            <pc:sldMk cId="326542007" sldId="267"/>
            <ac:picMk id="14" creationId="{C62236C9-B526-3CB1-8F97-32F0CA81A5B2}"/>
          </ac:picMkLst>
        </pc:picChg>
        <pc:picChg chg="del">
          <ac:chgData name="Bruce Fong" userId="S::bfong@fau.edu::6b7b79ea-8308-47cf-a500-42c1bc35ec68" providerId="AD" clId="Web-{1D8294B6-EECB-85C3-3587-FFDD10D2598B}" dt="2026-03-30T16:34:07.541" v="107"/>
          <ac:picMkLst>
            <pc:docMk/>
            <pc:sldMk cId="326542007" sldId="267"/>
            <ac:picMk id="15" creationId="{3C192048-41D3-87F1-6552-E5546710E141}"/>
          </ac:picMkLst>
        </pc:picChg>
        <pc:picChg chg="del">
          <ac:chgData name="Bruce Fong" userId="S::bfong@fau.edu::6b7b79ea-8308-47cf-a500-42c1bc35ec68" providerId="AD" clId="Web-{1D8294B6-EECB-85C3-3587-FFDD10D2598B}" dt="2026-03-30T16:34:06.447" v="106"/>
          <ac:picMkLst>
            <pc:docMk/>
            <pc:sldMk cId="326542007" sldId="267"/>
            <ac:picMk id="21" creationId="{CE9E29F3-D987-F91C-14F0-B2F9F90FBAD9}"/>
          </ac:picMkLst>
        </pc:picChg>
        <pc:picChg chg="del">
          <ac:chgData name="Bruce Fong" userId="S::bfong@fau.edu::6b7b79ea-8308-47cf-a500-42c1bc35ec68" providerId="AD" clId="Web-{1D8294B6-EECB-85C3-3587-FFDD10D2598B}" dt="2026-03-30T16:33:51.791" v="100"/>
          <ac:picMkLst>
            <pc:docMk/>
            <pc:sldMk cId="326542007" sldId="267"/>
            <ac:picMk id="25" creationId="{3D27B96A-6FA5-BDAB-4A9F-5331335C026C}"/>
          </ac:picMkLst>
        </pc:picChg>
      </pc:sldChg>
      <pc:sldChg chg="addSp delSp modSp add replId">
        <pc:chgData name="Bruce Fong" userId="S::bfong@fau.edu::6b7b79ea-8308-47cf-a500-42c1bc35ec68" providerId="AD" clId="Web-{1D8294B6-EECB-85C3-3587-FFDD10D2598B}" dt="2026-03-30T16:37:30.246" v="119" actId="14100"/>
        <pc:sldMkLst>
          <pc:docMk/>
          <pc:sldMk cId="253288988" sldId="268"/>
        </pc:sldMkLst>
        <pc:picChg chg="del">
          <ac:chgData name="Bruce Fong" userId="S::bfong@fau.edu::6b7b79ea-8308-47cf-a500-42c1bc35ec68" providerId="AD" clId="Web-{1D8294B6-EECB-85C3-3587-FFDD10D2598B}" dt="2026-03-30T16:36:44.370" v="116"/>
          <ac:picMkLst>
            <pc:docMk/>
            <pc:sldMk cId="253288988" sldId="268"/>
            <ac:picMk id="3" creationId="{38CA4FDD-E3DE-8380-7DD0-C9E74E97BC56}"/>
          </ac:picMkLst>
        </pc:picChg>
        <pc:picChg chg="add mod">
          <ac:chgData name="Bruce Fong" userId="S::bfong@fau.edu::6b7b79ea-8308-47cf-a500-42c1bc35ec68" providerId="AD" clId="Web-{1D8294B6-EECB-85C3-3587-FFDD10D2598B}" dt="2026-03-30T16:37:30.246" v="119" actId="14100"/>
          <ac:picMkLst>
            <pc:docMk/>
            <pc:sldMk cId="253288988" sldId="268"/>
            <ac:picMk id="4" creationId="{35FBC27D-A0B5-C5CB-5AC7-2C988B0B3762}"/>
          </ac:picMkLst>
        </pc:picChg>
      </pc:sldChg>
    </pc:docChg>
  </pc:docChgLst>
  <pc:docChgLst>
    <pc:chgData name="Skylar Gutman" userId="S::sgutman@fau.edu::ffddc5bc-9c3f-4f2c-ab23-4c5172823463" providerId="AD" clId="Web-{F14E2D11-86FB-4509-6408-F9E828360536}"/>
    <pc:docChg chg="modSld">
      <pc:chgData name="Skylar Gutman" userId="S::sgutman@fau.edu::ffddc5bc-9c3f-4f2c-ab23-4c5172823463" providerId="AD" clId="Web-{F14E2D11-86FB-4509-6408-F9E828360536}" dt="2026-03-08T21:32:11.435" v="44" actId="20577"/>
      <pc:docMkLst>
        <pc:docMk/>
      </pc:docMkLst>
    </pc:docChg>
  </pc:docChgLst>
  <pc:docChgLst>
    <pc:chgData name="Skylar Gutman" userId="S::sgutman@fau.edu::ffddc5bc-9c3f-4f2c-ab23-4c5172823463" providerId="AD" clId="Web-{5CC61C36-8A6F-7F57-8B99-5C30413B8403}"/>
    <pc:docChg chg="modSld">
      <pc:chgData name="Skylar Gutman" userId="S::sgutman@fau.edu::ffddc5bc-9c3f-4f2c-ab23-4c5172823463" providerId="AD" clId="Web-{5CC61C36-8A6F-7F57-8B99-5C30413B8403}" dt="2026-03-10T00:20:12.703" v="2" actId="14100"/>
      <pc:docMkLst>
        <pc:docMk/>
      </pc:docMkLst>
    </pc:docChg>
  </pc:docChgLst>
  <pc:docChgLst>
    <pc:chgData clId="Web-{5CC61C36-8A6F-7F57-8B99-5C30413B8403}"/>
    <pc:docChg chg="modSld">
      <pc:chgData name="" userId="" providerId="" clId="Web-{5CC61C36-8A6F-7F57-8B99-5C30413B8403}" dt="2026-03-10T00:18:53.296" v="0"/>
      <pc:docMkLst>
        <pc:docMk/>
      </pc:docMkLst>
    </pc:docChg>
  </pc:docChgLst>
  <pc:docChgLst>
    <pc:chgData name="Bruce Fong" userId="S::bfong@fau.edu::6b7b79ea-8308-47cf-a500-42c1bc35ec68" providerId="AD" clId="Web-{F555A50A-BCB6-9491-273B-4EF6A3D2AE0D}"/>
    <pc:docChg chg="addSld modSld">
      <pc:chgData name="Bruce Fong" userId="S::bfong@fau.edu::6b7b79ea-8308-47cf-a500-42c1bc35ec68" providerId="AD" clId="Web-{F555A50A-BCB6-9491-273B-4EF6A3D2AE0D}" dt="2026-03-29T21:05:04.270" v="234" actId="1076"/>
      <pc:docMkLst>
        <pc:docMk/>
      </pc:docMkLst>
      <pc:sldChg chg="delSp modSp add replId">
        <pc:chgData name="Bruce Fong" userId="S::bfong@fau.edu::6b7b79ea-8308-47cf-a500-42c1bc35ec68" providerId="AD" clId="Web-{F555A50A-BCB6-9491-273B-4EF6A3D2AE0D}" dt="2026-03-29T21:05:04.270" v="234" actId="1076"/>
        <pc:sldMkLst>
          <pc:docMk/>
          <pc:sldMk cId="3015692844" sldId="266"/>
        </pc:sldMkLst>
        <pc:spChg chg="mod">
          <ac:chgData name="Bruce Fong" userId="S::bfong@fau.edu::6b7b79ea-8308-47cf-a500-42c1bc35ec68" providerId="AD" clId="Web-{F555A50A-BCB6-9491-273B-4EF6A3D2AE0D}" dt="2026-03-29T21:02:45.002" v="196" actId="1076"/>
          <ac:spMkLst>
            <pc:docMk/>
            <pc:sldMk cId="3015692844" sldId="266"/>
            <ac:spMk id="19" creationId="{4402616F-2088-2978-34E8-490CE811F4C5}"/>
          </ac:spMkLst>
        </pc:spChg>
        <pc:spChg chg="mod">
          <ac:chgData name="Bruce Fong" userId="S::bfong@fau.edu::6b7b79ea-8308-47cf-a500-42c1bc35ec68" providerId="AD" clId="Web-{F555A50A-BCB6-9491-273B-4EF6A3D2AE0D}" dt="2026-03-29T21:02:53.393" v="197" actId="1076"/>
          <ac:spMkLst>
            <pc:docMk/>
            <pc:sldMk cId="3015692844" sldId="266"/>
            <ac:spMk id="20" creationId="{2E336F6B-CF20-3053-85E3-04566E063397}"/>
          </ac:spMkLst>
        </pc:spChg>
        <pc:spChg chg="mod">
          <ac:chgData name="Bruce Fong" userId="S::bfong@fau.edu::6b7b79ea-8308-47cf-a500-42c1bc35ec68" providerId="AD" clId="Web-{F555A50A-BCB6-9491-273B-4EF6A3D2AE0D}" dt="2026-03-29T21:05:04.270" v="234" actId="1076"/>
          <ac:spMkLst>
            <pc:docMk/>
            <pc:sldMk cId="3015692844" sldId="266"/>
            <ac:spMk id="35" creationId="{C47E39F3-3A8A-1324-1EBB-AC8F783D2B77}"/>
          </ac:spMkLst>
        </pc:spChg>
        <pc:spChg chg="mod">
          <ac:chgData name="Bruce Fong" userId="S::bfong@fau.edu::6b7b79ea-8308-47cf-a500-42c1bc35ec68" providerId="AD" clId="Web-{F555A50A-BCB6-9491-273B-4EF6A3D2AE0D}" dt="2026-03-29T21:04:56.208" v="233" actId="1076"/>
          <ac:spMkLst>
            <pc:docMk/>
            <pc:sldMk cId="3015692844" sldId="266"/>
            <ac:spMk id="36" creationId="{44D1E4F7-1D48-77D4-1F78-54EE5CC00BFB}"/>
          </ac:spMkLst>
        </pc:spChg>
        <pc:spChg chg="mod">
          <ac:chgData name="Bruce Fong" userId="S::bfong@fau.edu::6b7b79ea-8308-47cf-a500-42c1bc35ec68" providerId="AD" clId="Web-{F555A50A-BCB6-9491-273B-4EF6A3D2AE0D}" dt="2026-03-29T21:04:37.770" v="231" actId="1076"/>
          <ac:spMkLst>
            <pc:docMk/>
            <pc:sldMk cId="3015692844" sldId="266"/>
            <ac:spMk id="38" creationId="{BA119583-5E16-9A44-E405-AD173B4191A8}"/>
          </ac:spMkLst>
        </pc:spChg>
        <pc:spChg chg="mod">
          <ac:chgData name="Bruce Fong" userId="S::bfong@fau.edu::6b7b79ea-8308-47cf-a500-42c1bc35ec68" providerId="AD" clId="Web-{F555A50A-BCB6-9491-273B-4EF6A3D2AE0D}" dt="2026-03-29T21:04:49.473" v="232" actId="1076"/>
          <ac:spMkLst>
            <pc:docMk/>
            <pc:sldMk cId="3015692844" sldId="266"/>
            <ac:spMk id="39" creationId="{B71ADBB6-6D18-9ABE-AE16-0A032EC43459}"/>
          </ac:spMkLst>
        </pc:spChg>
        <pc:picChg chg="mod">
          <ac:chgData name="Bruce Fong" userId="S::bfong@fau.edu::6b7b79ea-8308-47cf-a500-42c1bc35ec68" providerId="AD" clId="Web-{F555A50A-BCB6-9491-273B-4EF6A3D2AE0D}" dt="2026-03-29T20:50:13.969" v="128" actId="1076"/>
          <ac:picMkLst>
            <pc:docMk/>
            <pc:sldMk cId="3015692844" sldId="266"/>
            <ac:picMk id="7" creationId="{20519179-8C89-C2B4-C8A2-957AFFD1BA89}"/>
          </ac:picMkLst>
        </pc:picChg>
        <pc:picChg chg="del">
          <ac:chgData name="Bruce Fong" userId="S::bfong@fau.edu::6b7b79ea-8308-47cf-a500-42c1bc35ec68" providerId="AD" clId="Web-{F555A50A-BCB6-9491-273B-4EF6A3D2AE0D}" dt="2026-03-29T20:50:26.797" v="130"/>
          <ac:picMkLst>
            <pc:docMk/>
            <pc:sldMk cId="3015692844" sldId="266"/>
            <ac:picMk id="8" creationId="{87D78D7E-B247-D8A1-81CB-F6874B3FE0CB}"/>
          </ac:picMkLst>
        </pc:picChg>
        <pc:picChg chg="mod">
          <ac:chgData name="Bruce Fong" userId="S::bfong@fau.edu::6b7b79ea-8308-47cf-a500-42c1bc35ec68" providerId="AD" clId="Web-{F555A50A-BCB6-9491-273B-4EF6A3D2AE0D}" dt="2026-03-29T20:54:02.929" v="147" actId="1076"/>
          <ac:picMkLst>
            <pc:docMk/>
            <pc:sldMk cId="3015692844" sldId="266"/>
            <ac:picMk id="9" creationId="{AB3BB0F8-4F10-A369-B2AE-1474C1A43049}"/>
          </ac:picMkLst>
        </pc:picChg>
        <pc:picChg chg="mod">
          <ac:chgData name="Bruce Fong" userId="S::bfong@fau.edu::6b7b79ea-8308-47cf-a500-42c1bc35ec68" providerId="AD" clId="Web-{F555A50A-BCB6-9491-273B-4EF6A3D2AE0D}" dt="2026-03-29T20:50:39.250" v="132" actId="1076"/>
          <ac:picMkLst>
            <pc:docMk/>
            <pc:sldMk cId="3015692844" sldId="266"/>
            <ac:picMk id="14" creationId="{37747FFF-AA21-2C8E-9EE8-C4BE4DD6D027}"/>
          </ac:picMkLst>
        </pc:picChg>
        <pc:picChg chg="mod">
          <ac:chgData name="Bruce Fong" userId="S::bfong@fau.edu::6b7b79ea-8308-47cf-a500-42c1bc35ec68" providerId="AD" clId="Web-{F555A50A-BCB6-9491-273B-4EF6A3D2AE0D}" dt="2026-03-29T20:50:21.172" v="129" actId="1076"/>
          <ac:picMkLst>
            <pc:docMk/>
            <pc:sldMk cId="3015692844" sldId="266"/>
            <ac:picMk id="15" creationId="{F71CCE18-66D0-2FA4-6294-EC50E60C239B}"/>
          </ac:picMkLst>
        </pc:picChg>
        <pc:picChg chg="del">
          <ac:chgData name="Bruce Fong" userId="S::bfong@fau.edu::6b7b79ea-8308-47cf-a500-42c1bc35ec68" providerId="AD" clId="Web-{F555A50A-BCB6-9491-273B-4EF6A3D2AE0D}" dt="2026-03-29T20:50:28.735" v="131"/>
          <ac:picMkLst>
            <pc:docMk/>
            <pc:sldMk cId="3015692844" sldId="266"/>
            <ac:picMk id="23" creationId="{A7C60FEF-5BCF-6D1D-C810-1FD89EB17253}"/>
          </ac:picMkLst>
        </pc:picChg>
        <pc:picChg chg="mod">
          <ac:chgData name="Bruce Fong" userId="S::bfong@fau.edu::6b7b79ea-8308-47cf-a500-42c1bc35ec68" providerId="AD" clId="Web-{F555A50A-BCB6-9491-273B-4EF6A3D2AE0D}" dt="2026-03-29T21:02:12.611" v="191" actId="1076"/>
          <ac:picMkLst>
            <pc:docMk/>
            <pc:sldMk cId="3015692844" sldId="266"/>
            <ac:picMk id="25" creationId="{2D8DEAC1-F92C-226E-6E43-E302AA616AE3}"/>
          </ac:picMkLst>
        </pc:picChg>
      </pc:sldChg>
    </pc:docChg>
  </pc:docChgLst>
  <pc:docChgLst>
    <pc:chgData name="Bruce Fong" userId="S::bfong@fau.edu::6b7b79ea-8308-47cf-a500-42c1bc35ec68" providerId="AD" clId="Web-{911086CE-ED47-544A-783F-3E648C7730E6}"/>
    <pc:docChg chg="delSld modSld">
      <pc:chgData name="Bruce Fong" userId="S::bfong@fau.edu::6b7b79ea-8308-47cf-a500-42c1bc35ec68" providerId="AD" clId="Web-{911086CE-ED47-544A-783F-3E648C7730E6}" dt="2026-03-30T16:45:06.889" v="21" actId="20577"/>
      <pc:docMkLst>
        <pc:docMk/>
      </pc:docMkLst>
      <pc:sldChg chg="modSp">
        <pc:chgData name="Bruce Fong" userId="S::bfong@fau.edu::6b7b79ea-8308-47cf-a500-42c1bc35ec68" providerId="AD" clId="Web-{911086CE-ED47-544A-783F-3E648C7730E6}" dt="2026-03-30T16:45:06.889" v="21" actId="20577"/>
        <pc:sldMkLst>
          <pc:docMk/>
          <pc:sldMk cId="3015692844" sldId="266"/>
        </pc:sldMkLst>
        <pc:spChg chg="mod">
          <ac:chgData name="Bruce Fong" userId="S::bfong@fau.edu::6b7b79ea-8308-47cf-a500-42c1bc35ec68" providerId="AD" clId="Web-{911086CE-ED47-544A-783F-3E648C7730E6}" dt="2026-03-30T16:44:49.560" v="18" actId="1076"/>
          <ac:spMkLst>
            <pc:docMk/>
            <pc:sldMk cId="3015692844" sldId="266"/>
            <ac:spMk id="35" creationId="{C47E39F3-3A8A-1324-1EBB-AC8F783D2B77}"/>
          </ac:spMkLst>
        </pc:spChg>
        <pc:spChg chg="mod">
          <ac:chgData name="Bruce Fong" userId="S::bfong@fau.edu::6b7b79ea-8308-47cf-a500-42c1bc35ec68" providerId="AD" clId="Web-{911086CE-ED47-544A-783F-3E648C7730E6}" dt="2026-03-30T16:45:06.889" v="21" actId="20577"/>
          <ac:spMkLst>
            <pc:docMk/>
            <pc:sldMk cId="3015692844" sldId="266"/>
            <ac:spMk id="36" creationId="{44D1E4F7-1D48-77D4-1F78-54EE5CC00BFB}"/>
          </ac:spMkLst>
        </pc:spChg>
        <pc:spChg chg="mod">
          <ac:chgData name="Bruce Fong" userId="S::bfong@fau.edu::6b7b79ea-8308-47cf-a500-42c1bc35ec68" providerId="AD" clId="Web-{911086CE-ED47-544A-783F-3E648C7730E6}" dt="2026-03-30T16:44:20.638" v="16" actId="20577"/>
          <ac:spMkLst>
            <pc:docMk/>
            <pc:sldMk cId="3015692844" sldId="266"/>
            <ac:spMk id="38" creationId="{BA119583-5E16-9A44-E405-AD173B4191A8}"/>
          </ac:spMkLst>
        </pc:spChg>
      </pc:sldChg>
      <pc:sldChg chg="del">
        <pc:chgData name="Bruce Fong" userId="S::bfong@fau.edu::6b7b79ea-8308-47cf-a500-42c1bc35ec68" providerId="AD" clId="Web-{911086CE-ED47-544A-783F-3E648C7730E6}" dt="2026-03-30T16:42:32.838" v="0"/>
        <pc:sldMkLst>
          <pc:docMk/>
          <pc:sldMk cId="326542007" sldId="267"/>
        </pc:sldMkLst>
      </pc:sldChg>
      <pc:sldChg chg="del">
        <pc:chgData name="Bruce Fong" userId="S::bfong@fau.edu::6b7b79ea-8308-47cf-a500-42c1bc35ec68" providerId="AD" clId="Web-{911086CE-ED47-544A-783F-3E648C7730E6}" dt="2026-03-30T16:42:33.869" v="1"/>
        <pc:sldMkLst>
          <pc:docMk/>
          <pc:sldMk cId="253288988" sldId="268"/>
        </pc:sldMkLst>
      </pc:sldChg>
    </pc:docChg>
  </pc:docChgLst>
  <pc:docChgLst>
    <pc:chgData name="Skylar Gutman" userId="S::sgutman@fau.edu::ffddc5bc-9c3f-4f2c-ab23-4c5172823463" providerId="AD" clId="Web-{002D9F20-077A-9FD0-DC46-04EF2C575E25}"/>
    <pc:docChg chg="modSld">
      <pc:chgData name="Skylar Gutman" userId="S::sgutman@fau.edu::ffddc5bc-9c3f-4f2c-ab23-4c5172823463" providerId="AD" clId="Web-{002D9F20-077A-9FD0-DC46-04EF2C575E25}" dt="2026-03-18T19:54:00.914" v="0" actId="14100"/>
      <pc:docMkLst>
        <pc:docMk/>
      </pc:docMkLst>
    </pc:docChg>
  </pc:docChgLst>
  <pc:docChgLst>
    <pc:chgData name="Skylar Gutman" userId="S::sgutman@fau.edu::ffddc5bc-9c3f-4f2c-ab23-4c5172823463" providerId="AD" clId="Web-{9691924C-0ADF-D47D-4880-3A446D240500}"/>
    <pc:docChg chg="modSld">
      <pc:chgData name="Skylar Gutman" userId="S::sgutman@fau.edu::ffddc5bc-9c3f-4f2c-ab23-4c5172823463" providerId="AD" clId="Web-{9691924C-0ADF-D47D-4880-3A446D240500}" dt="2026-03-27T23:20:58.214" v="16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363DF7-D1D6-0849-BD92-5A4CD7900F63}" type="datetimeFigureOut"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05647B-F076-7644-AD6D-3577091B525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310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85152" rtl="0" eaLnBrk="1" latinLnBrk="0" hangingPunct="1">
      <a:defRPr sz="4836" kern="1200">
        <a:solidFill>
          <a:schemeClr val="tx1"/>
        </a:solidFill>
        <a:latin typeface="+mn-lt"/>
        <a:ea typeface="+mn-ea"/>
        <a:cs typeface="+mn-cs"/>
      </a:defRPr>
    </a:lvl1pPr>
    <a:lvl2pPr marL="1842576" algn="l" defTabSz="3685152" rtl="0" eaLnBrk="1" latinLnBrk="0" hangingPunct="1">
      <a:defRPr sz="4836" kern="1200">
        <a:solidFill>
          <a:schemeClr val="tx1"/>
        </a:solidFill>
        <a:latin typeface="+mn-lt"/>
        <a:ea typeface="+mn-ea"/>
        <a:cs typeface="+mn-cs"/>
      </a:defRPr>
    </a:lvl2pPr>
    <a:lvl3pPr marL="3685152" algn="l" defTabSz="3685152" rtl="0" eaLnBrk="1" latinLnBrk="0" hangingPunct="1">
      <a:defRPr sz="4836" kern="1200">
        <a:solidFill>
          <a:schemeClr val="tx1"/>
        </a:solidFill>
        <a:latin typeface="+mn-lt"/>
        <a:ea typeface="+mn-ea"/>
        <a:cs typeface="+mn-cs"/>
      </a:defRPr>
    </a:lvl3pPr>
    <a:lvl4pPr marL="5527728" algn="l" defTabSz="3685152" rtl="0" eaLnBrk="1" latinLnBrk="0" hangingPunct="1">
      <a:defRPr sz="4836" kern="1200">
        <a:solidFill>
          <a:schemeClr val="tx1"/>
        </a:solidFill>
        <a:latin typeface="+mn-lt"/>
        <a:ea typeface="+mn-ea"/>
        <a:cs typeface="+mn-cs"/>
      </a:defRPr>
    </a:lvl4pPr>
    <a:lvl5pPr marL="7370304" algn="l" defTabSz="3685152" rtl="0" eaLnBrk="1" latinLnBrk="0" hangingPunct="1">
      <a:defRPr sz="4836" kern="1200">
        <a:solidFill>
          <a:schemeClr val="tx1"/>
        </a:solidFill>
        <a:latin typeface="+mn-lt"/>
        <a:ea typeface="+mn-ea"/>
        <a:cs typeface="+mn-cs"/>
      </a:defRPr>
    </a:lvl5pPr>
    <a:lvl6pPr marL="9212880" algn="l" defTabSz="3685152" rtl="0" eaLnBrk="1" latinLnBrk="0" hangingPunct="1">
      <a:defRPr sz="4836" kern="1200">
        <a:solidFill>
          <a:schemeClr val="tx1"/>
        </a:solidFill>
        <a:latin typeface="+mn-lt"/>
        <a:ea typeface="+mn-ea"/>
        <a:cs typeface="+mn-cs"/>
      </a:defRPr>
    </a:lvl6pPr>
    <a:lvl7pPr marL="11055444" algn="l" defTabSz="3685152" rtl="0" eaLnBrk="1" latinLnBrk="0" hangingPunct="1">
      <a:defRPr sz="4836" kern="1200">
        <a:solidFill>
          <a:schemeClr val="tx1"/>
        </a:solidFill>
        <a:latin typeface="+mn-lt"/>
        <a:ea typeface="+mn-ea"/>
        <a:cs typeface="+mn-cs"/>
      </a:defRPr>
    </a:lvl7pPr>
    <a:lvl8pPr marL="12898020" algn="l" defTabSz="3685152" rtl="0" eaLnBrk="1" latinLnBrk="0" hangingPunct="1">
      <a:defRPr sz="4836" kern="1200">
        <a:solidFill>
          <a:schemeClr val="tx1"/>
        </a:solidFill>
        <a:latin typeface="+mn-lt"/>
        <a:ea typeface="+mn-ea"/>
        <a:cs typeface="+mn-cs"/>
      </a:defRPr>
    </a:lvl8pPr>
    <a:lvl9pPr marL="14740596" algn="l" defTabSz="3685152" rtl="0" eaLnBrk="1" latinLnBrk="0" hangingPunct="1">
      <a:defRPr sz="48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99516-85A0-37C2-8AA7-B0C2E23BD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2D0548-9864-7BEF-1CA0-8BB8F3A8F5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BD7AFA-00F8-5DC0-E13C-505BB62186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2BDDA0-2588-5D59-95CB-2BEF98EC71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05647B-F076-7644-AD6D-3577091B5250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745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ster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6">
            <a:extLst>
              <a:ext uri="{FF2B5EF4-FFF2-40B4-BE49-F238E27FC236}">
                <a16:creationId xmlns:a16="http://schemas.microsoft.com/office/drawing/2014/main" id="{331D8A0E-52D0-A144-A451-08B60D5354E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26277" y="5662545"/>
            <a:ext cx="13525392" cy="9244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992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F2D35F21-531F-9E41-9182-5E3EEF7976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65916" y="3708394"/>
            <a:ext cx="13354836" cy="8803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432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1645260" indent="0">
              <a:buNone/>
              <a:defRPr/>
            </a:lvl2pPr>
            <a:lvl3pPr marL="3290520" indent="0">
              <a:buNone/>
              <a:defRPr/>
            </a:lvl3pPr>
            <a:lvl4pPr marL="4935780" indent="0">
              <a:buNone/>
              <a:defRPr/>
            </a:lvl4pPr>
            <a:lvl5pPr marL="6581052" indent="0">
              <a:buNone/>
              <a:defRPr/>
            </a:lvl5pPr>
          </a:lstStyle>
          <a:p>
            <a:pPr lvl="0"/>
            <a:r>
              <a:rPr lang="en-US"/>
              <a:t>Sponsored by: “Sponsor Name”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2729113F-AAA2-B64A-B331-A1D65EEB87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486486" y="478769"/>
            <a:ext cx="6343656" cy="7247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32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4pPr marL="4935780" indent="0">
              <a:buNone/>
              <a:defRPr/>
            </a:lvl4pPr>
          </a:lstStyle>
          <a:p>
            <a:pPr lvl="0"/>
            <a:r>
              <a:rPr lang="en-US"/>
              <a:t>Team Members</a:t>
            </a:r>
          </a:p>
        </p:txBody>
      </p:sp>
      <p:sp>
        <p:nvSpPr>
          <p:cNvPr id="62" name="Text Placeholder 60">
            <a:extLst>
              <a:ext uri="{FF2B5EF4-FFF2-40B4-BE49-F238E27FC236}">
                <a16:creationId xmlns:a16="http://schemas.microsoft.com/office/drawing/2014/main" id="{BEB75649-4DD7-F046-88EB-2BA1E2EAED5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486486" y="1515407"/>
            <a:ext cx="6343656" cy="30733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4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4pPr marL="4935780" indent="0">
              <a:buNone/>
              <a:defRPr/>
            </a:lvl4pPr>
          </a:lstStyle>
          <a:p>
            <a:pPr lvl="0"/>
            <a:r>
              <a:rPr lang="en-US"/>
              <a:t>Fourth level</a:t>
            </a:r>
          </a:p>
        </p:txBody>
      </p:sp>
      <p:sp>
        <p:nvSpPr>
          <p:cNvPr id="63" name="Text Placeholder 60">
            <a:extLst>
              <a:ext uri="{FF2B5EF4-FFF2-40B4-BE49-F238E27FC236}">
                <a16:creationId xmlns:a16="http://schemas.microsoft.com/office/drawing/2014/main" id="{FD0DDE48-2F60-CC4A-970A-CE26C06F564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87314" y="478769"/>
            <a:ext cx="9597415" cy="8463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32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4pPr marL="4935780" indent="0">
              <a:buNone/>
              <a:defRPr/>
            </a:lvl4pPr>
          </a:lstStyle>
          <a:p>
            <a:pPr algn="l"/>
            <a:r>
              <a:rPr lang="en-US" sz="432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Faculty Course Coordinator</a:t>
            </a:r>
            <a:endParaRPr lang="en-US" sz="1440"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4" name="Text Placeholder 60">
            <a:extLst>
              <a:ext uri="{FF2B5EF4-FFF2-40B4-BE49-F238E27FC236}">
                <a16:creationId xmlns:a16="http://schemas.microsoft.com/office/drawing/2014/main" id="{85DEC6BF-FE18-B443-8C1F-21542A9E89A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287315" y="1547682"/>
            <a:ext cx="6343656" cy="66381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4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4pPr marL="4935780" indent="0">
              <a:buNone/>
              <a:defRPr/>
            </a:lvl4pPr>
          </a:lstStyle>
          <a:p>
            <a:pPr lvl="0"/>
            <a:r>
              <a:rPr lang="en-US"/>
              <a:t>Fourth level</a:t>
            </a:r>
          </a:p>
        </p:txBody>
      </p:sp>
      <p:sp>
        <p:nvSpPr>
          <p:cNvPr id="70" name="Text Placeholder 49">
            <a:extLst>
              <a:ext uri="{FF2B5EF4-FFF2-40B4-BE49-F238E27FC236}">
                <a16:creationId xmlns:a16="http://schemas.microsoft.com/office/drawing/2014/main" id="{32B0986E-F1A6-CA45-80F0-27B2926228B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0606807" y="7223116"/>
            <a:ext cx="12315828" cy="63703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320" b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1645260" indent="0">
              <a:buNone/>
              <a:defRPr/>
            </a:lvl2pPr>
            <a:lvl3pPr marL="3290520" indent="0">
              <a:buNone/>
              <a:defRPr/>
            </a:lvl3pPr>
            <a:lvl4pPr marL="493578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49">
            <a:extLst>
              <a:ext uri="{FF2B5EF4-FFF2-40B4-BE49-F238E27FC236}">
                <a16:creationId xmlns:a16="http://schemas.microsoft.com/office/drawing/2014/main" id="{4D8FC75B-21BD-2F4B-8AD0-F27275D1936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0606807" y="5662546"/>
            <a:ext cx="12315828" cy="121640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4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1645260" indent="0">
              <a:buNone/>
              <a:defRPr/>
            </a:lvl2pPr>
            <a:lvl3pPr marL="3290520" indent="0">
              <a:buNone/>
              <a:defRPr/>
            </a:lvl3pPr>
            <a:lvl4pPr marL="493578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49">
            <a:extLst>
              <a:ext uri="{FF2B5EF4-FFF2-40B4-BE49-F238E27FC236}">
                <a16:creationId xmlns:a16="http://schemas.microsoft.com/office/drawing/2014/main" id="{F95C967C-9609-5248-B209-ED38DDE9587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0606807" y="16184500"/>
            <a:ext cx="12315828" cy="58847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320" b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1645260" indent="0">
              <a:buNone/>
              <a:defRPr/>
            </a:lvl2pPr>
            <a:lvl3pPr marL="3290520" indent="0">
              <a:buNone/>
              <a:defRPr/>
            </a:lvl3pPr>
            <a:lvl4pPr marL="493578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49">
            <a:extLst>
              <a:ext uri="{FF2B5EF4-FFF2-40B4-BE49-F238E27FC236}">
                <a16:creationId xmlns:a16="http://schemas.microsoft.com/office/drawing/2014/main" id="{AAD304A9-24A5-1C4A-A127-E85D160A85A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0606807" y="14280766"/>
            <a:ext cx="12315828" cy="121640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4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1645260" indent="0">
              <a:buNone/>
              <a:defRPr/>
            </a:lvl2pPr>
            <a:lvl3pPr marL="3290520" indent="0">
              <a:buNone/>
              <a:defRPr/>
            </a:lvl3pPr>
            <a:lvl4pPr marL="493578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60">
            <a:extLst>
              <a:ext uri="{FF2B5EF4-FFF2-40B4-BE49-F238E27FC236}">
                <a16:creationId xmlns:a16="http://schemas.microsoft.com/office/drawing/2014/main" id="{20CC3331-724C-2445-B60D-AE80F1B97B1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65922" y="2460489"/>
            <a:ext cx="13354836" cy="8803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32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4pPr marL="4935780" indent="0">
              <a:buNone/>
              <a:defRPr/>
            </a:lvl4pPr>
          </a:lstStyle>
          <a:p>
            <a:pPr lvl="0"/>
            <a:r>
              <a:rPr lang="en-US"/>
              <a:t>“Department Name”</a:t>
            </a:r>
          </a:p>
        </p:txBody>
      </p:sp>
      <p:sp>
        <p:nvSpPr>
          <p:cNvPr id="77" name="Text Placeholder 49">
            <a:extLst>
              <a:ext uri="{FF2B5EF4-FFF2-40B4-BE49-F238E27FC236}">
                <a16:creationId xmlns:a16="http://schemas.microsoft.com/office/drawing/2014/main" id="{8ED906C8-791C-8B47-A246-A337F89E3FC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0066870" y="3445468"/>
            <a:ext cx="6883593" cy="89971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8640" b="1" i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1645260" indent="0">
              <a:buNone/>
              <a:defRPr/>
            </a:lvl2pPr>
            <a:lvl3pPr marL="3290520" indent="0">
              <a:buNone/>
              <a:defRPr/>
            </a:lvl3pPr>
            <a:lvl4pPr marL="4935780" indent="0">
              <a:buNone/>
              <a:defRPr/>
            </a:lvl4pPr>
          </a:lstStyle>
          <a:p>
            <a:pPr lvl="0"/>
            <a:r>
              <a:rPr lang="en-US"/>
              <a:t>Project #</a:t>
            </a:r>
          </a:p>
        </p:txBody>
      </p:sp>
      <p:sp>
        <p:nvSpPr>
          <p:cNvPr id="78" name="Text Placeholder 49">
            <a:extLst>
              <a:ext uri="{FF2B5EF4-FFF2-40B4-BE49-F238E27FC236}">
                <a16:creationId xmlns:a16="http://schemas.microsoft.com/office/drawing/2014/main" id="{B096D7A1-D184-034D-9319-BCC9D88D14A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565921" y="478769"/>
            <a:ext cx="13354831" cy="16376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5760" b="1" i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1645260" indent="0">
              <a:buNone/>
              <a:defRPr/>
            </a:lvl2pPr>
            <a:lvl3pPr marL="3290520" indent="0">
              <a:buNone/>
              <a:defRPr/>
            </a:lvl3pPr>
            <a:lvl4pPr marL="4935780" indent="0">
              <a:buNone/>
              <a:defRPr/>
            </a:lvl4pPr>
          </a:lstStyle>
          <a:p>
            <a:pPr lvl="0"/>
            <a:r>
              <a:rPr lang="en-US"/>
              <a:t>Project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54ACB0-71E3-7885-3344-FFDD65703BCA}"/>
              </a:ext>
            </a:extLst>
          </p:cNvPr>
          <p:cNvSpPr txBox="1"/>
          <p:nvPr userDrawn="1"/>
        </p:nvSpPr>
        <p:spPr>
          <a:xfrm>
            <a:off x="3048006" y="2189022"/>
            <a:ext cx="184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Text Placeholder 60">
            <a:extLst>
              <a:ext uri="{FF2B5EF4-FFF2-40B4-BE49-F238E27FC236}">
                <a16:creationId xmlns:a16="http://schemas.microsoft.com/office/drawing/2014/main" id="{D7CB1472-F4DC-F228-9B53-1FD03C0FA97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2287314" y="2555665"/>
            <a:ext cx="7444541" cy="78519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32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4pPr marL="4935780" indent="0">
              <a:buNone/>
              <a:defRPr/>
            </a:lvl4pPr>
          </a:lstStyle>
          <a:p>
            <a:pPr algn="l"/>
            <a:r>
              <a:rPr lang="en-US" sz="432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Project </a:t>
            </a:r>
            <a:r>
              <a:rPr lang="en-US" sz="432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Advisor</a:t>
            </a:r>
            <a:endParaRPr lang="en-US" sz="144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Text Placeholder 60">
            <a:extLst>
              <a:ext uri="{FF2B5EF4-FFF2-40B4-BE49-F238E27FC236}">
                <a16:creationId xmlns:a16="http://schemas.microsoft.com/office/drawing/2014/main" id="{5D5C94C0-E910-93B4-C5F7-B55D12238C6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2287315" y="3563419"/>
            <a:ext cx="6343656" cy="66381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4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4pPr marL="4935780" indent="0">
              <a:buNone/>
              <a:defRPr/>
            </a:lvl4pPr>
          </a:lstStyle>
          <a:p>
            <a:pPr lvl="0"/>
            <a:r>
              <a:rPr lang="en-US"/>
              <a:t>Fourth level</a:t>
            </a:r>
          </a:p>
        </p:txBody>
      </p:sp>
      <p:sp>
        <p:nvSpPr>
          <p:cNvPr id="4" name="Text Placeholder 49">
            <a:extLst>
              <a:ext uri="{FF2B5EF4-FFF2-40B4-BE49-F238E27FC236}">
                <a16:creationId xmlns:a16="http://schemas.microsoft.com/office/drawing/2014/main" id="{C0C63233-0BD0-EE70-7205-51E84E8693A7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0606807" y="23973955"/>
            <a:ext cx="12315828" cy="68939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320" b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1645260" indent="0">
              <a:buNone/>
              <a:defRPr/>
            </a:lvl2pPr>
            <a:lvl3pPr marL="3290520" indent="0">
              <a:buNone/>
              <a:defRPr/>
            </a:lvl3pPr>
            <a:lvl4pPr marL="493578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9">
            <a:extLst>
              <a:ext uri="{FF2B5EF4-FFF2-40B4-BE49-F238E27FC236}">
                <a16:creationId xmlns:a16="http://schemas.microsoft.com/office/drawing/2014/main" id="{98D5F640-4D05-FD86-6EF9-80B94ABB7DC9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0606807" y="22413385"/>
            <a:ext cx="12315828" cy="121640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4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1645260" indent="0">
              <a:buNone/>
              <a:defRPr/>
            </a:lvl2pPr>
            <a:lvl3pPr marL="3290520" indent="0">
              <a:buNone/>
              <a:defRPr/>
            </a:lvl3pPr>
            <a:lvl4pPr marL="493578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36">
            <a:extLst>
              <a:ext uri="{FF2B5EF4-FFF2-40B4-BE49-F238E27FC236}">
                <a16:creationId xmlns:a16="http://schemas.microsoft.com/office/drawing/2014/main" id="{3EF891AE-3014-7B8D-BC5A-C7F85CABC5B2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16116542" y="5662546"/>
            <a:ext cx="13525392" cy="92449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992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36">
            <a:extLst>
              <a:ext uri="{FF2B5EF4-FFF2-40B4-BE49-F238E27FC236}">
                <a16:creationId xmlns:a16="http://schemas.microsoft.com/office/drawing/2014/main" id="{B5F491EB-A441-CC19-2511-80253E62BC4C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626277" y="15497170"/>
            <a:ext cx="13525392" cy="99653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992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Picture Placeholder 36">
            <a:extLst>
              <a:ext uri="{FF2B5EF4-FFF2-40B4-BE49-F238E27FC236}">
                <a16:creationId xmlns:a16="http://schemas.microsoft.com/office/drawing/2014/main" id="{E5561193-5DE2-0165-4EEB-4749F6635190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6116542" y="15497170"/>
            <a:ext cx="6521785" cy="46750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992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Picture Placeholder 36">
            <a:extLst>
              <a:ext uri="{FF2B5EF4-FFF2-40B4-BE49-F238E27FC236}">
                <a16:creationId xmlns:a16="http://schemas.microsoft.com/office/drawing/2014/main" id="{0DC11D91-B5C7-B57D-D4CF-B55B31E97A9D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23120149" y="15497170"/>
            <a:ext cx="6521785" cy="46750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992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Picture Placeholder 36">
            <a:extLst>
              <a:ext uri="{FF2B5EF4-FFF2-40B4-BE49-F238E27FC236}">
                <a16:creationId xmlns:a16="http://schemas.microsoft.com/office/drawing/2014/main" id="{CD24241F-0660-A88F-F6E7-998381CCE253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16116542" y="20789606"/>
            <a:ext cx="6521785" cy="46750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992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Picture Placeholder 36">
            <a:extLst>
              <a:ext uri="{FF2B5EF4-FFF2-40B4-BE49-F238E27FC236}">
                <a16:creationId xmlns:a16="http://schemas.microsoft.com/office/drawing/2014/main" id="{F6A28E6F-30E1-3F80-4D47-D6BF0E229CCE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23120149" y="20789606"/>
            <a:ext cx="6521785" cy="46750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992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697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68" userDrawn="1">
          <p15:clr>
            <a:srgbClr val="FBAE40"/>
          </p15:clr>
        </p15:guide>
        <p15:guide id="2" pos="13824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E3FB7E-6C35-F98F-1BF3-8754B72FB0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5400000">
            <a:off x="19427634" y="-19494012"/>
            <a:ext cx="5035956" cy="43891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124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7EAC6D-DEFE-ECDA-51F1-C6442454F33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rcRect/>
          <a:stretch/>
        </p:blipFill>
        <p:spPr>
          <a:xfrm>
            <a:off x="36793410" y="828720"/>
            <a:ext cx="5756916" cy="326620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3CC34A0-AA20-C30D-86DB-2D1525F9EB6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1585382" y="31459278"/>
            <a:ext cx="20964944" cy="849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329052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780" b="0" i="0" u="none" strike="noStrike" cap="none" spc="2160">
                <a:solidFill>
                  <a:schemeClr val="bg2">
                    <a:lumMod val="75000"/>
                  </a:schemeClr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Arial"/>
              </a:rPr>
              <a:t>SENIOR DESIGN SHOWCASE | FALL 2025</a:t>
            </a:r>
          </a:p>
        </p:txBody>
      </p:sp>
      <p:pic>
        <p:nvPicPr>
          <p:cNvPr id="6" name="Picture 5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2FD32501-E43A-6356-0456-A00FEE09EFE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340874" y="29581334"/>
            <a:ext cx="12624508" cy="2302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330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4387368" rtl="0" eaLnBrk="1" latinLnBrk="0" hangingPunct="1">
        <a:lnSpc>
          <a:spcPct val="90000"/>
        </a:lnSpc>
        <a:spcBef>
          <a:spcPct val="0"/>
        </a:spcBef>
        <a:buNone/>
        <a:defRPr sz="2110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6836" indent="-1096836" algn="l" defTabSz="4387368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0520" indent="-1096836" algn="l" defTabSz="4387368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4204" indent="-1096836" algn="l" defTabSz="4387368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77888" indent="-1096836" algn="l" defTabSz="4387368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1572" indent="-1096836" algn="l" defTabSz="4387368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65256" indent="-1096836" algn="l" defTabSz="4387368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58940" indent="-1096836" algn="l" defTabSz="4387368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2612" indent="-1096836" algn="l" defTabSz="4387368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46296" indent="-1096836" algn="l" defTabSz="4387368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7368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3684" algn="l" defTabSz="4387368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7368" algn="l" defTabSz="4387368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1052" algn="l" defTabSz="4387368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4724" algn="l" defTabSz="4387368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68408" algn="l" defTabSz="4387368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2092" algn="l" defTabSz="4387368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55776" algn="l" defTabSz="4387368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49460" algn="l" defTabSz="4387368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368" userDrawn="1">
          <p15:clr>
            <a:srgbClr val="F26B43"/>
          </p15:clr>
        </p15:guide>
        <p15:guide id="2" pos="1382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07636-C8DA-55F4-4D50-EDDBD4EF3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10">
            <a:extLst>
              <a:ext uri="{FF2B5EF4-FFF2-40B4-BE49-F238E27FC236}">
                <a16:creationId xmlns:a16="http://schemas.microsoft.com/office/drawing/2014/main" id="{BED65558-4055-E123-1F3E-A58AB2B5F5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156" y="2765280"/>
            <a:ext cx="11395716" cy="143118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>
                <a:solidFill>
                  <a:schemeClr val="bg1"/>
                </a:solidFill>
              </a:rPr>
              <a:t>EGN 4952C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>
                <a:solidFill>
                  <a:schemeClr val="bg1"/>
                </a:solidFill>
              </a:rPr>
              <a:t>Electrical Engineering &amp; Computer S</a:t>
            </a:r>
            <a:r>
              <a:rPr lang="en-US"/>
              <a:t>cience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5B8B9280-59BB-59FB-94EB-67AD530CEBE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613872" y="489576"/>
            <a:ext cx="14679444" cy="1646232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l"/>
            <a:r>
              <a:rPr lang="en-US" sz="864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Parametric  Retrofit of Lab Experiment for Remote Control</a:t>
            </a:r>
          </a:p>
        </p:txBody>
      </p:sp>
      <p:sp>
        <p:nvSpPr>
          <p:cNvPr id="12" name="Subtitle 10">
            <a:extLst>
              <a:ext uri="{FF2B5EF4-FFF2-40B4-BE49-F238E27FC236}">
                <a16:creationId xmlns:a16="http://schemas.microsoft.com/office/drawing/2014/main" id="{81673BDF-D856-7842-ED2C-D1BB34749EBA}"/>
              </a:ext>
            </a:extLst>
          </p:cNvPr>
          <p:cNvSpPr txBox="1">
            <a:spLocks/>
          </p:cNvSpPr>
          <p:nvPr/>
        </p:nvSpPr>
        <p:spPr>
          <a:xfrm>
            <a:off x="14714196" y="607832"/>
            <a:ext cx="6495528" cy="1097280"/>
          </a:xfrm>
          <a:prstGeom prst="rect">
            <a:avLst/>
          </a:prstGeom>
        </p:spPr>
        <p:txBody>
          <a:bodyPr vert="horz" lIns="329184" tIns="164592" rIns="329184" bIns="164592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Lato Medium" panose="020F0502020204030203" pitchFamily="34" charset="0"/>
                <a:ea typeface="Lato Medium" panose="020F0502020204030203" pitchFamily="34" charset="0"/>
                <a:cs typeface="Lato Medium" panose="020F050202020403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432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Team Members </a:t>
            </a:r>
            <a:endParaRPr lang="en-US" sz="144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Subtitle 10">
            <a:extLst>
              <a:ext uri="{FF2B5EF4-FFF2-40B4-BE49-F238E27FC236}">
                <a16:creationId xmlns:a16="http://schemas.microsoft.com/office/drawing/2014/main" id="{CCCD69B6-9423-1AF4-D1C5-97001F544E1A}"/>
              </a:ext>
            </a:extLst>
          </p:cNvPr>
          <p:cNvSpPr txBox="1">
            <a:spLocks/>
          </p:cNvSpPr>
          <p:nvPr/>
        </p:nvSpPr>
        <p:spPr>
          <a:xfrm>
            <a:off x="14714202" y="1395146"/>
            <a:ext cx="6701244" cy="3331044"/>
          </a:xfrm>
          <a:prstGeom prst="rect">
            <a:avLst/>
          </a:prstGeom>
        </p:spPr>
        <p:txBody>
          <a:bodyPr vert="horz" lIns="329184" tIns="164592" rIns="329184" bIns="164592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Lato Medium" panose="020F0502020204030203" pitchFamily="34" charset="0"/>
                <a:ea typeface="Lato Medium" panose="020F0502020204030203" pitchFamily="34" charset="0"/>
                <a:cs typeface="Lato Medium" panose="020F050202020403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sz="2800" b="0">
                <a:solidFill>
                  <a:schemeClr val="bg1"/>
                </a:solidFill>
                <a:latin typeface="Lato"/>
                <a:ea typeface="Lato"/>
                <a:cs typeface="Lato"/>
              </a:rPr>
              <a:t>Skylar Gutman</a:t>
            </a:r>
            <a:br>
              <a: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2800">
                <a:solidFill>
                  <a:schemeClr val="bg1"/>
                </a:solidFill>
                <a:latin typeface="Lato"/>
                <a:ea typeface="Lato"/>
                <a:cs typeface="Lato"/>
              </a:rPr>
              <a:t>Bruce Fong</a:t>
            </a:r>
            <a:r>
              <a:rPr lang="en-US" sz="2800" b="0">
                <a:solidFill>
                  <a:schemeClr val="bg1"/>
                </a:solidFill>
                <a:latin typeface="Lato"/>
                <a:ea typeface="Lato"/>
                <a:cs typeface="Lato"/>
              </a:rPr>
              <a:t> </a:t>
            </a:r>
            <a:br>
              <a:rPr lang="en-US" sz="2800" b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2800" b="0">
                <a:solidFill>
                  <a:schemeClr val="bg1"/>
                </a:solidFill>
                <a:latin typeface="Lato"/>
                <a:ea typeface="Lato"/>
                <a:cs typeface="Lato"/>
              </a:rPr>
              <a:t>Evan King</a:t>
            </a:r>
            <a:br>
              <a: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2800">
                <a:solidFill>
                  <a:schemeClr val="bg1"/>
                </a:solidFill>
                <a:latin typeface="Lato"/>
                <a:ea typeface="Lato"/>
                <a:cs typeface="Lato"/>
              </a:rPr>
              <a:t>Angel Diaz Ramirez </a:t>
            </a:r>
          </a:p>
        </p:txBody>
      </p:sp>
      <p:sp>
        <p:nvSpPr>
          <p:cNvPr id="17" name="Subtitle 10">
            <a:extLst>
              <a:ext uri="{FF2B5EF4-FFF2-40B4-BE49-F238E27FC236}">
                <a16:creationId xmlns:a16="http://schemas.microsoft.com/office/drawing/2014/main" id="{9F713FD3-F440-C43C-7C84-912F94CBE1C3}"/>
              </a:ext>
            </a:extLst>
          </p:cNvPr>
          <p:cNvSpPr txBox="1">
            <a:spLocks/>
          </p:cNvSpPr>
          <p:nvPr/>
        </p:nvSpPr>
        <p:spPr>
          <a:xfrm>
            <a:off x="23955004" y="3179011"/>
            <a:ext cx="6495528" cy="1097280"/>
          </a:xfrm>
          <a:prstGeom prst="rect">
            <a:avLst/>
          </a:prstGeom>
        </p:spPr>
        <p:txBody>
          <a:bodyPr vert="horz" lIns="329184" tIns="164592" rIns="329184" bIns="164592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Lato Medium" panose="020F0502020204030203" pitchFamily="34" charset="0"/>
                <a:ea typeface="Lato Medium" panose="020F0502020204030203" pitchFamily="34" charset="0"/>
                <a:cs typeface="Lato Medium" panose="020F050202020403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432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Project Advisor</a:t>
            </a:r>
            <a:endParaRPr lang="en-US" sz="144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" name="Subtitle 10">
            <a:extLst>
              <a:ext uri="{FF2B5EF4-FFF2-40B4-BE49-F238E27FC236}">
                <a16:creationId xmlns:a16="http://schemas.microsoft.com/office/drawing/2014/main" id="{3175F9C7-FF8C-9854-014A-6A5695B7281F}"/>
              </a:ext>
            </a:extLst>
          </p:cNvPr>
          <p:cNvSpPr txBox="1">
            <a:spLocks/>
          </p:cNvSpPr>
          <p:nvPr/>
        </p:nvSpPr>
        <p:spPr>
          <a:xfrm>
            <a:off x="23955003" y="4080343"/>
            <a:ext cx="8425547" cy="971819"/>
          </a:xfrm>
          <a:prstGeom prst="rect">
            <a:avLst/>
          </a:prstGeom>
        </p:spPr>
        <p:txBody>
          <a:bodyPr vert="horz" lIns="329184" tIns="164592" rIns="329184" bIns="164592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Lato Medium" panose="020F0502020204030203" pitchFamily="34" charset="0"/>
                <a:ea typeface="Lato Medium" panose="020F0502020204030203" pitchFamily="34" charset="0"/>
                <a:cs typeface="Lato Medium" panose="020F050202020403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40" b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Dr. Perry </a:t>
            </a:r>
            <a:r>
              <a:rPr lang="en-US" sz="3240" b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Weinthal</a:t>
            </a:r>
            <a:endParaRPr lang="en-US" sz="216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9" name="Title 9">
            <a:extLst>
              <a:ext uri="{FF2B5EF4-FFF2-40B4-BE49-F238E27FC236}">
                <a16:creationId xmlns:a16="http://schemas.microsoft.com/office/drawing/2014/main" id="{4402616F-2088-2978-34E8-490CE811F4C5}"/>
              </a:ext>
            </a:extLst>
          </p:cNvPr>
          <p:cNvSpPr txBox="1">
            <a:spLocks/>
          </p:cNvSpPr>
          <p:nvPr/>
        </p:nvSpPr>
        <p:spPr>
          <a:xfrm>
            <a:off x="18837115" y="5059366"/>
            <a:ext cx="8425548" cy="1058088"/>
          </a:xfrm>
          <a:prstGeom prst="rect">
            <a:avLst/>
          </a:prstGeom>
        </p:spPr>
        <p:txBody>
          <a:bodyPr vert="horz" lIns="329184" tIns="164592" rIns="329184" bIns="164592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pPr algn="l"/>
            <a:r>
              <a:rPr lang="en-US" sz="504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Problem Statement</a:t>
            </a:r>
          </a:p>
        </p:txBody>
      </p:sp>
      <p:sp>
        <p:nvSpPr>
          <p:cNvPr id="20" name="Subtitle 10">
            <a:extLst>
              <a:ext uri="{FF2B5EF4-FFF2-40B4-BE49-F238E27FC236}">
                <a16:creationId xmlns:a16="http://schemas.microsoft.com/office/drawing/2014/main" id="{2E336F6B-CF20-3053-85E3-04566E063397}"/>
              </a:ext>
            </a:extLst>
          </p:cNvPr>
          <p:cNvSpPr txBox="1">
            <a:spLocks/>
          </p:cNvSpPr>
          <p:nvPr/>
        </p:nvSpPr>
        <p:spPr>
          <a:xfrm>
            <a:off x="19590507" y="6293684"/>
            <a:ext cx="24306124" cy="2460082"/>
          </a:xfrm>
          <a:prstGeom prst="rect">
            <a:avLst/>
          </a:prstGeom>
        </p:spPr>
        <p:txBody>
          <a:bodyPr vert="horz" lIns="329184" tIns="164592" rIns="329184" bIns="164592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Lato Medium" panose="020F0502020204030203" pitchFamily="34" charset="0"/>
                <a:ea typeface="Lato Medium" panose="020F0502020204030203" pitchFamily="34" charset="0"/>
                <a:cs typeface="Lato Medium" panose="020F050202020403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Arial"/>
              <a:buChar char="•"/>
            </a:pPr>
            <a:r>
              <a:rPr lang="en-US" sz="4000" b="0" dirty="0">
                <a:latin typeface="Lato Semibold"/>
                <a:ea typeface="Lato Semibold"/>
                <a:cs typeface="Lato Semibold"/>
              </a:rPr>
              <a:t>The COVID-19 pandemic suddenly moved classes online. Lectures were easy to adapt… but </a:t>
            </a:r>
            <a:r>
              <a:rPr lang="en-US" sz="4000" dirty="0">
                <a:latin typeface="Lato Semibold"/>
                <a:ea typeface="Lato Semibold"/>
                <a:cs typeface="Lato Semibold"/>
              </a:rPr>
              <a:t>hands-on lab work wasn’t</a:t>
            </a:r>
            <a:r>
              <a:rPr lang="en-US" sz="4000" b="0" dirty="0">
                <a:latin typeface="Lato Semibold"/>
                <a:ea typeface="Lato Semibold"/>
                <a:cs typeface="Lato Semibold"/>
              </a:rPr>
              <a:t>.</a:t>
            </a:r>
            <a:endParaRPr lang="en-US" dirty="0"/>
          </a:p>
          <a:p>
            <a:pPr marL="285750" indent="-285750" algn="just">
              <a:buFont typeface="Arial"/>
              <a:buChar char="•"/>
            </a:pPr>
            <a:r>
              <a:rPr lang="en-US" sz="4000" dirty="0">
                <a:latin typeface="Lato Semibold"/>
                <a:ea typeface="Lato Semibold"/>
                <a:cs typeface="Lato Semibold"/>
              </a:rPr>
              <a:t>The Big Challenge in STEM:</a:t>
            </a:r>
            <a:r>
              <a:rPr lang="en-US" sz="4000" b="0" dirty="0">
                <a:latin typeface="Lato Semibold"/>
                <a:ea typeface="Lato Semibold"/>
                <a:cs typeface="Lato Semibold"/>
              </a:rPr>
              <a:t> You can’t build real scientific intuition by watching a screen. True lab experience — touching equipment, running experiments, and learning from mistakes — was missing.</a:t>
            </a:r>
            <a:endParaRPr lang="en-US" dirty="0"/>
          </a:p>
          <a:p>
            <a:pPr marL="285750" indent="-285750" algn="just">
              <a:buFont typeface="Arial"/>
              <a:buChar char="•"/>
            </a:pPr>
            <a:r>
              <a:rPr lang="en-US" sz="4000" dirty="0">
                <a:latin typeface="Lato Semibold"/>
                <a:ea typeface="Lato Semibold"/>
                <a:cs typeface="Lato Semibold"/>
              </a:rPr>
              <a:t>Our </a:t>
            </a:r>
            <a:r>
              <a:rPr lang="en-US" sz="4000">
                <a:latin typeface="Lato Semibold"/>
                <a:ea typeface="Lato Semibold"/>
                <a:cs typeface="Lato Semibold"/>
              </a:rPr>
              <a:t>Question: </a:t>
            </a:r>
            <a:r>
              <a:rPr lang="en-US" sz="4000" b="0">
                <a:latin typeface="Lato Semibold"/>
                <a:ea typeface="Lato Semibold"/>
                <a:cs typeface="Lato Semibold"/>
              </a:rPr>
              <a:t>How</a:t>
            </a:r>
            <a:r>
              <a:rPr lang="en-US" sz="4000" b="0" dirty="0">
                <a:latin typeface="Lato Semibold"/>
                <a:ea typeface="Lato Semibold"/>
                <a:cs typeface="Lato Semibold"/>
              </a:rPr>
              <a:t> can students get a genuine, hands-on lab experience… from anywhere in the world?</a:t>
            </a:r>
            <a:endParaRPr lang="en-US" b="0" dirty="0"/>
          </a:p>
          <a:p>
            <a:pPr algn="just"/>
            <a:endParaRPr lang="en-US" sz="4000" dirty="0">
              <a:latin typeface="Lato Semibold"/>
              <a:ea typeface="Lato Semibold"/>
              <a:cs typeface="Lato Semibold"/>
            </a:endParaRPr>
          </a:p>
        </p:txBody>
      </p:sp>
      <p:sp>
        <p:nvSpPr>
          <p:cNvPr id="26" name="Subtitle 10">
            <a:extLst>
              <a:ext uri="{FF2B5EF4-FFF2-40B4-BE49-F238E27FC236}">
                <a16:creationId xmlns:a16="http://schemas.microsoft.com/office/drawing/2014/main" id="{0A68299A-7825-CBE5-4EE2-E834AEE7263E}"/>
              </a:ext>
            </a:extLst>
          </p:cNvPr>
          <p:cNvSpPr txBox="1">
            <a:spLocks/>
          </p:cNvSpPr>
          <p:nvPr/>
        </p:nvSpPr>
        <p:spPr>
          <a:xfrm>
            <a:off x="398480" y="4076560"/>
            <a:ext cx="10816044" cy="1097280"/>
          </a:xfrm>
          <a:prstGeom prst="rect">
            <a:avLst/>
          </a:prstGeom>
        </p:spPr>
        <p:txBody>
          <a:bodyPr vert="horz" lIns="329184" tIns="164592" rIns="329184" bIns="164592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Lato Medium" panose="020F0502020204030203" pitchFamily="34" charset="0"/>
                <a:ea typeface="Lato Medium" panose="020F0502020204030203" pitchFamily="34" charset="0"/>
                <a:cs typeface="Lato Medium" panose="020F050202020403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432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Sponsored by: </a:t>
            </a:r>
            <a:r>
              <a:rPr lang="en-US" sz="4320" b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Dr. Perry </a:t>
            </a:r>
            <a:r>
              <a:rPr lang="en-US" sz="4320" b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Weinthal</a:t>
            </a:r>
            <a:endParaRPr lang="en-US" sz="4320" b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5" name="Title 9">
            <a:extLst>
              <a:ext uri="{FF2B5EF4-FFF2-40B4-BE49-F238E27FC236}">
                <a16:creationId xmlns:a16="http://schemas.microsoft.com/office/drawing/2014/main" id="{C47E39F3-3A8A-1324-1EBB-AC8F783D2B77}"/>
              </a:ext>
            </a:extLst>
          </p:cNvPr>
          <p:cNvSpPr txBox="1">
            <a:spLocks/>
          </p:cNvSpPr>
          <p:nvPr/>
        </p:nvSpPr>
        <p:spPr>
          <a:xfrm>
            <a:off x="29329807" y="9429791"/>
            <a:ext cx="13480872" cy="1058088"/>
          </a:xfrm>
          <a:prstGeom prst="rect">
            <a:avLst/>
          </a:prstGeom>
        </p:spPr>
        <p:txBody>
          <a:bodyPr vert="horz" lIns="329184" tIns="164592" rIns="329184" bIns="164592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pPr algn="l"/>
            <a:r>
              <a:rPr lang="en-US" sz="504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Results</a:t>
            </a:r>
          </a:p>
        </p:txBody>
      </p:sp>
      <p:sp>
        <p:nvSpPr>
          <p:cNvPr id="36" name="Subtitle 10">
            <a:extLst>
              <a:ext uri="{FF2B5EF4-FFF2-40B4-BE49-F238E27FC236}">
                <a16:creationId xmlns:a16="http://schemas.microsoft.com/office/drawing/2014/main" id="{44D1E4F7-1D48-77D4-1F78-54EE5CC00BFB}"/>
              </a:ext>
            </a:extLst>
          </p:cNvPr>
          <p:cNvSpPr txBox="1">
            <a:spLocks/>
          </p:cNvSpPr>
          <p:nvPr/>
        </p:nvSpPr>
        <p:spPr>
          <a:xfrm>
            <a:off x="29869548" y="10512000"/>
            <a:ext cx="13398994" cy="9589248"/>
          </a:xfrm>
          <a:prstGeom prst="rect">
            <a:avLst/>
          </a:prstGeom>
        </p:spPr>
        <p:txBody>
          <a:bodyPr vert="horz" lIns="329184" tIns="164592" rIns="329184" bIns="164592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Lato Medium" panose="020F0502020204030203" pitchFamily="34" charset="0"/>
                <a:ea typeface="Lato Medium" panose="020F0502020204030203" pitchFamily="34" charset="0"/>
                <a:cs typeface="Lato Medium" panose="020F050202020403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/>
              <a:buChar char="•"/>
            </a:pPr>
            <a:r>
              <a:rPr lang="en-US" sz="4000">
                <a:latin typeface="Lato Semibold"/>
                <a:ea typeface="Lato Semibold"/>
                <a:cs typeface="Lato Semibold"/>
              </a:rPr>
              <a:t>What We Built:</a:t>
            </a:r>
            <a:r>
              <a:rPr lang="en-US" sz="4000" b="0">
                <a:latin typeface="Lato Semibold"/>
                <a:ea typeface="Lato Semibold"/>
                <a:cs typeface="Lato Semibold"/>
              </a:rPr>
              <a:t> We took an old, broken inverted pendulum and completely upgraded it with modern hardware.</a:t>
            </a:r>
            <a:endParaRPr lang="en-US">
              <a:latin typeface="Lato Semibold"/>
              <a:ea typeface="Lato Semibold"/>
              <a:cs typeface="Lato Semibold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4000">
                <a:latin typeface="Lato Semibold"/>
                <a:ea typeface="Lato Semibold"/>
                <a:cs typeface="Lato Semibold"/>
              </a:rPr>
              <a:t>Remote Control from Anywhere:</a:t>
            </a:r>
            <a:r>
              <a:rPr lang="en-US" sz="4000" b="0">
                <a:latin typeface="Lato Semibold"/>
                <a:ea typeface="Lato Semibold"/>
                <a:cs typeface="Lato Semibold"/>
              </a:rPr>
              <a:t> You can now control the real lab equipment using </a:t>
            </a:r>
            <a:r>
              <a:rPr lang="en-US" sz="4000">
                <a:latin typeface="Lato Semibold"/>
                <a:ea typeface="Lato Semibold"/>
                <a:cs typeface="Lato Semibold"/>
              </a:rPr>
              <a:t>any web browser</a:t>
            </a:r>
            <a:r>
              <a:rPr lang="en-US" sz="4000" b="0">
                <a:latin typeface="Lato Semibold"/>
                <a:ea typeface="Lato Semibold"/>
                <a:cs typeface="Lato Semibold"/>
              </a:rPr>
              <a:t> — no special software needed.</a:t>
            </a:r>
            <a:endParaRPr lang="en-US">
              <a:latin typeface="Lato Semibold"/>
              <a:ea typeface="Lato Semibold"/>
              <a:cs typeface="Lato Semibold"/>
            </a:endParaRPr>
          </a:p>
          <a:p>
            <a:pPr marL="285750" indent="-285750" algn="l">
              <a:buFont typeface="Arial"/>
              <a:buChar char="•"/>
            </a:pPr>
            <a:endParaRPr lang="en-US" sz="4000" b="0" dirty="0">
              <a:latin typeface="Lato Semibold"/>
              <a:ea typeface="Lato Semibold"/>
              <a:cs typeface="Lato Semibold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4000">
                <a:latin typeface="Lato Semibold"/>
                <a:ea typeface="Lato Semibold"/>
                <a:cs typeface="Lato Semibold"/>
              </a:rPr>
              <a:t>How It Works:</a:t>
            </a:r>
            <a:endParaRPr lang="en-US">
              <a:latin typeface="Lato Semibold"/>
              <a:ea typeface="Lato Semibold"/>
              <a:cs typeface="Lato Semibold"/>
            </a:endParaRPr>
          </a:p>
          <a:p>
            <a:pPr marL="742950" lvl="1" indent="-285750" algn="l">
              <a:buFont typeface="Courier New"/>
              <a:buChar char="o"/>
            </a:pPr>
            <a:r>
              <a:rPr lang="en-US" sz="3600" b="0">
                <a:latin typeface="Lato Semibold"/>
                <a:ea typeface="Lato Semibold"/>
                <a:cs typeface="Lato Semibold"/>
              </a:rPr>
              <a:t>Change settings and send commands instantly</a:t>
            </a:r>
            <a:endParaRPr lang="en-US" b="1">
              <a:latin typeface="Lato Semibold"/>
              <a:ea typeface="Lato Semibold"/>
              <a:cs typeface="Lato Semibold"/>
            </a:endParaRPr>
          </a:p>
          <a:p>
            <a:pPr marL="742950" lvl="1" indent="-285750" algn="l">
              <a:buFont typeface="Courier New"/>
              <a:buChar char="o"/>
            </a:pPr>
            <a:r>
              <a:rPr lang="en-US" sz="3600" b="0">
                <a:latin typeface="Lato Semibold"/>
                <a:ea typeface="Lato Semibold"/>
                <a:cs typeface="Lato Semibold"/>
              </a:rPr>
              <a:t>Watch the </a:t>
            </a:r>
            <a:r>
              <a:rPr lang="en-US" sz="3600" b="1">
                <a:latin typeface="Lato Semibold"/>
                <a:ea typeface="Lato Semibold"/>
                <a:cs typeface="Lato Semibold"/>
              </a:rPr>
              <a:t>actual physical pendulum</a:t>
            </a:r>
            <a:r>
              <a:rPr lang="en-US" sz="3600" b="0">
                <a:latin typeface="Lato Semibold"/>
                <a:ea typeface="Lato Semibold"/>
                <a:cs typeface="Lato Semibold"/>
              </a:rPr>
              <a:t> move in real time through a live video feed</a:t>
            </a:r>
            <a:endParaRPr lang="en-US" b="1">
              <a:latin typeface="Lato Semibold"/>
              <a:ea typeface="Lato Semibold"/>
              <a:cs typeface="Lato Semibold"/>
            </a:endParaRPr>
          </a:p>
          <a:p>
            <a:pPr marL="742950" lvl="1" indent="-285750" algn="l">
              <a:buFont typeface="Courier New"/>
              <a:buChar char="o"/>
            </a:pPr>
            <a:r>
              <a:rPr lang="en-US" sz="3600" b="0">
                <a:latin typeface="Lato Semibold"/>
                <a:ea typeface="Lato Semibold"/>
                <a:cs typeface="Lato Semibold"/>
              </a:rPr>
              <a:t>See performance data (like speed and stability) updated live next to the video</a:t>
            </a:r>
            <a:endParaRPr lang="en-US" b="1">
              <a:latin typeface="Lato Semibold"/>
              <a:ea typeface="Lato Semibold"/>
              <a:cs typeface="Lato Semibold"/>
            </a:endParaRPr>
          </a:p>
          <a:p>
            <a:pPr marL="742950" lvl="1" indent="-285750" algn="l">
              <a:buFont typeface="Courier New"/>
              <a:buChar char="o"/>
            </a:pPr>
            <a:endParaRPr lang="en-US" sz="3600" dirty="0">
              <a:latin typeface="Lato Semibold"/>
              <a:ea typeface="Lato Semibold"/>
              <a:cs typeface="Lato Semibold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4000" dirty="0">
                <a:latin typeface="Lato Semibold"/>
                <a:ea typeface="Lato Semibold"/>
                <a:cs typeface="Lato Semibold"/>
              </a:rPr>
              <a:t>The Best </a:t>
            </a:r>
            <a:r>
              <a:rPr lang="en-US" sz="4000">
                <a:latin typeface="Lato Semibold"/>
                <a:ea typeface="Lato Semibold"/>
                <a:cs typeface="Lato Semibold"/>
              </a:rPr>
              <a:t>Part: It’s</a:t>
            </a:r>
            <a:r>
              <a:rPr lang="en-US" sz="4000" dirty="0">
                <a:latin typeface="Lato Semibold"/>
                <a:ea typeface="Lato Semibold"/>
                <a:cs typeface="Lato Semibold"/>
              </a:rPr>
              <a:t> not a simulation.</a:t>
            </a:r>
            <a:r>
              <a:rPr lang="en-US" sz="4000" b="0" dirty="0">
                <a:latin typeface="Lato Semibold"/>
                <a:ea typeface="Lato Semibold"/>
                <a:cs typeface="Lato Semibold"/>
              </a:rPr>
              <a:t> The equipment is real, the lab is real, and every interaction happens </a:t>
            </a:r>
            <a:r>
              <a:rPr lang="en-US" sz="4000" dirty="0">
                <a:latin typeface="Lato Semibold"/>
                <a:ea typeface="Lato Semibold"/>
                <a:cs typeface="Lato Semibold"/>
              </a:rPr>
              <a:t>live</a:t>
            </a:r>
            <a:r>
              <a:rPr lang="en-US" sz="4000" b="0" dirty="0">
                <a:latin typeface="Lato Semibold"/>
                <a:ea typeface="Lato Semibold"/>
                <a:cs typeface="Lato Semibold"/>
              </a:rPr>
              <a:t>.</a:t>
            </a:r>
            <a:endParaRPr lang="en-US" dirty="0">
              <a:latin typeface="Lato Semibold"/>
              <a:ea typeface="Lato Semibold"/>
              <a:cs typeface="Lato Semibold"/>
            </a:endParaRPr>
          </a:p>
          <a:p>
            <a:pPr algn="l">
              <a:lnSpc>
                <a:spcPct val="120000"/>
              </a:lnSpc>
            </a:pPr>
            <a:endParaRPr lang="en-US" sz="4000" b="0" dirty="0"/>
          </a:p>
        </p:txBody>
      </p:sp>
      <p:sp>
        <p:nvSpPr>
          <p:cNvPr id="38" name="Subtitle 10">
            <a:extLst>
              <a:ext uri="{FF2B5EF4-FFF2-40B4-BE49-F238E27FC236}">
                <a16:creationId xmlns:a16="http://schemas.microsoft.com/office/drawing/2014/main" id="{BA119583-5E16-9A44-E405-AD173B4191A8}"/>
              </a:ext>
            </a:extLst>
          </p:cNvPr>
          <p:cNvSpPr txBox="1">
            <a:spLocks/>
          </p:cNvSpPr>
          <p:nvPr/>
        </p:nvSpPr>
        <p:spPr>
          <a:xfrm>
            <a:off x="29859040" y="21147579"/>
            <a:ext cx="13427176" cy="9551857"/>
          </a:xfrm>
          <a:prstGeom prst="rect">
            <a:avLst/>
          </a:prstGeom>
        </p:spPr>
        <p:txBody>
          <a:bodyPr vert="horz" lIns="329184" tIns="164592" rIns="329184" bIns="164592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Lato Medium" panose="020F0502020204030203" pitchFamily="34" charset="0"/>
                <a:ea typeface="Lato Medium" panose="020F0502020204030203" pitchFamily="34" charset="0"/>
                <a:cs typeface="Lato Medium" panose="020F050202020403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Arial"/>
              <a:buChar char="•"/>
            </a:pPr>
            <a:r>
              <a:rPr lang="en-US" sz="4000" dirty="0">
                <a:latin typeface="Lato Semibold"/>
                <a:ea typeface="Lato Semibold"/>
                <a:cs typeface="Lato Semibold"/>
              </a:rPr>
              <a:t>Remote Labs Are the Real Deal</a:t>
            </a:r>
            <a:r>
              <a:rPr lang="en-US" sz="4000" b="0" dirty="0">
                <a:latin typeface="Lato Semibold"/>
                <a:ea typeface="Lato Semibold"/>
                <a:cs typeface="Lato Semibold"/>
              </a:rPr>
              <a:t> Remote lab access isn’t just a temporary fix anymore — </a:t>
            </a:r>
            <a:r>
              <a:rPr lang="en-US" sz="4000" dirty="0">
                <a:latin typeface="Lato Semibold"/>
                <a:ea typeface="Lato Semibold"/>
                <a:cs typeface="Lato Semibold"/>
              </a:rPr>
              <a:t>it’s a legitimate way to learn engineering.</a:t>
            </a:r>
            <a:endParaRPr lang="en-US" dirty="0"/>
          </a:p>
          <a:p>
            <a:pPr marL="285750" indent="-285750" algn="just">
              <a:buFont typeface="Arial"/>
              <a:buChar char="•"/>
            </a:pPr>
            <a:r>
              <a:rPr lang="en-US" sz="4000">
                <a:latin typeface="Lato Semibold"/>
                <a:ea typeface="Lato Semibold"/>
                <a:cs typeface="Lato Semibold"/>
              </a:rPr>
              <a:t>What This Project Shows</a:t>
            </a:r>
            <a:r>
              <a:rPr lang="en-US" sz="4000" b="0">
                <a:latin typeface="Lato Semibold"/>
                <a:ea typeface="Lato Semibold"/>
                <a:cs typeface="Lato Semibold"/>
              </a:rPr>
              <a:t> A student anywhere in the country (or even across the world) can now control real lab equipment just as effectively as someone standing right next to it.</a:t>
            </a:r>
            <a:endParaRPr lang="en-US"/>
          </a:p>
          <a:p>
            <a:pPr marL="285750" indent="-285750" algn="just">
              <a:buFont typeface="Arial"/>
              <a:buChar char="•"/>
            </a:pPr>
            <a:endParaRPr lang="en-US" sz="4000" b="0" dirty="0">
              <a:latin typeface="Lato Semibold"/>
              <a:ea typeface="Lato Semibold"/>
              <a:cs typeface="Lato Semibold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4000">
                <a:latin typeface="Lato Semibold"/>
                <a:ea typeface="Lato Semibold"/>
                <a:cs typeface="Lato Semibold"/>
              </a:rPr>
              <a:t>Why This Matters</a:t>
            </a:r>
            <a:endParaRPr lang="en-US"/>
          </a:p>
          <a:p>
            <a:pPr marL="742950" lvl="1" indent="-285750" algn="just">
              <a:buFont typeface="Courier New"/>
              <a:buChar char="o"/>
            </a:pPr>
            <a:r>
              <a:rPr lang="en-US" sz="3600" b="0" dirty="0">
                <a:latin typeface="Lato Semibold"/>
                <a:ea typeface="Lato Semibold"/>
                <a:cs typeface="Lato Semibold"/>
              </a:rPr>
              <a:t>Opens doors for students who don’t have access to fancy labs</a:t>
            </a:r>
            <a:endParaRPr lang="en-US" b="1">
              <a:latin typeface="Lato Semibold"/>
              <a:ea typeface="Lato Semibold"/>
              <a:cs typeface="Lato Semibold"/>
            </a:endParaRPr>
          </a:p>
          <a:p>
            <a:pPr marL="742950" lvl="1" indent="-285750" algn="just">
              <a:buFont typeface="Courier New"/>
              <a:buChar char="o"/>
            </a:pPr>
            <a:r>
              <a:rPr lang="en-US" sz="3600" b="0">
                <a:latin typeface="Lato Semibold"/>
                <a:ea typeface="Lato Semibold"/>
                <a:cs typeface="Lato Semibold"/>
              </a:rPr>
              <a:t>Removes scheduling conflicts and location problems</a:t>
            </a:r>
            <a:endParaRPr lang="en-US" b="1">
              <a:latin typeface="Lato Semibold"/>
              <a:ea typeface="Lato Semibold"/>
              <a:cs typeface="Lato Semibold"/>
            </a:endParaRPr>
          </a:p>
          <a:p>
            <a:pPr marL="742950" lvl="1" indent="-285750" algn="just">
              <a:buFont typeface="Courier New"/>
              <a:buChar char="o"/>
            </a:pPr>
            <a:r>
              <a:rPr lang="en-US" sz="3600" b="0" dirty="0">
                <a:latin typeface="Lato Semibold"/>
                <a:ea typeface="Lato Semibold"/>
                <a:cs typeface="Lato Semibold"/>
              </a:rPr>
              <a:t>Keeps real hands-on learning alive even when you can’t be on campus</a:t>
            </a:r>
            <a:endParaRPr lang="en-US" b="1">
              <a:latin typeface="Lato Semibold"/>
              <a:ea typeface="Lato Semibold"/>
              <a:cs typeface="Lato Semibold"/>
            </a:endParaRPr>
          </a:p>
          <a:p>
            <a:pPr marL="742950" lvl="1" indent="-285750" algn="just">
              <a:buFont typeface="Courier New"/>
              <a:buChar char="o"/>
            </a:pPr>
            <a:endParaRPr lang="en-US" sz="3600" dirty="0">
              <a:latin typeface="Lato Semibold"/>
              <a:ea typeface="Lato Semibold"/>
              <a:cs typeface="Lato Semibold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4000">
                <a:latin typeface="Lato Semibold"/>
                <a:ea typeface="Lato Semibold"/>
                <a:cs typeface="Lato Semibold"/>
              </a:rPr>
              <a:t>The Bigger Picture</a:t>
            </a:r>
            <a:r>
              <a:rPr lang="en-US" sz="4000" b="0">
                <a:latin typeface="Lato Semibold"/>
                <a:ea typeface="Lato Semibold"/>
                <a:cs typeface="Lato Semibold"/>
              </a:rPr>
              <a:t> What began as a solution for the pandemic is becoming a </a:t>
            </a:r>
            <a:r>
              <a:rPr lang="en-US" sz="4000">
                <a:latin typeface="Lato Semibold"/>
                <a:ea typeface="Lato Semibold"/>
                <a:cs typeface="Lato Semibold"/>
              </a:rPr>
              <a:t>new standard</a:t>
            </a:r>
            <a:r>
              <a:rPr lang="en-US" sz="4000" b="0">
                <a:latin typeface="Lato Semibold"/>
                <a:ea typeface="Lato Semibold"/>
                <a:cs typeface="Lato Semibold"/>
              </a:rPr>
              <a:t> for accessible and flexible STEM education.</a:t>
            </a:r>
            <a:endParaRPr lang="en-US"/>
          </a:p>
          <a:p>
            <a:pPr algn="just"/>
            <a:endParaRPr lang="en-US" sz="4000" dirty="0">
              <a:latin typeface="Lato Semibold"/>
              <a:ea typeface="Lato Semibold"/>
              <a:cs typeface="Lato Semibold"/>
            </a:endParaRPr>
          </a:p>
          <a:p>
            <a:pPr algn="just">
              <a:lnSpc>
                <a:spcPct val="120000"/>
              </a:lnSpc>
            </a:pPr>
            <a:endParaRPr lang="en-US" sz="4000" b="0" dirty="0"/>
          </a:p>
        </p:txBody>
      </p:sp>
      <p:sp>
        <p:nvSpPr>
          <p:cNvPr id="39" name="Title 9">
            <a:extLst>
              <a:ext uri="{FF2B5EF4-FFF2-40B4-BE49-F238E27FC236}">
                <a16:creationId xmlns:a16="http://schemas.microsoft.com/office/drawing/2014/main" id="{B71ADBB6-6D18-9ABE-AE16-0A032EC43459}"/>
              </a:ext>
            </a:extLst>
          </p:cNvPr>
          <p:cNvSpPr txBox="1">
            <a:spLocks/>
          </p:cNvSpPr>
          <p:nvPr/>
        </p:nvSpPr>
        <p:spPr>
          <a:xfrm>
            <a:off x="29329790" y="20093785"/>
            <a:ext cx="13480872" cy="1058088"/>
          </a:xfrm>
          <a:prstGeom prst="rect">
            <a:avLst/>
          </a:prstGeom>
        </p:spPr>
        <p:txBody>
          <a:bodyPr vert="horz" lIns="329184" tIns="164592" rIns="329184" bIns="164592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pPr algn="l"/>
            <a:r>
              <a:rPr lang="en-US" sz="504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Conclusions &amp; Impact</a:t>
            </a:r>
          </a:p>
        </p:txBody>
      </p:sp>
      <p:sp>
        <p:nvSpPr>
          <p:cNvPr id="40" name="Title 9">
            <a:extLst>
              <a:ext uri="{FF2B5EF4-FFF2-40B4-BE49-F238E27FC236}">
                <a16:creationId xmlns:a16="http://schemas.microsoft.com/office/drawing/2014/main" id="{68D8C2E4-B806-C1B8-F773-A445B417834C}"/>
              </a:ext>
            </a:extLst>
          </p:cNvPr>
          <p:cNvSpPr txBox="1">
            <a:spLocks/>
          </p:cNvSpPr>
          <p:nvPr/>
        </p:nvSpPr>
        <p:spPr>
          <a:xfrm>
            <a:off x="33018130" y="2945865"/>
            <a:ext cx="2002329" cy="1645920"/>
          </a:xfrm>
          <a:prstGeom prst="rect">
            <a:avLst/>
          </a:prstGeom>
        </p:spPr>
        <p:txBody>
          <a:bodyPr vert="horz" lIns="329184" tIns="164592" rIns="329184" bIns="164592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pPr algn="r"/>
            <a:r>
              <a:rPr lang="en-US" sz="864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#6</a:t>
            </a:r>
          </a:p>
        </p:txBody>
      </p:sp>
      <p:pic>
        <p:nvPicPr>
          <p:cNvPr id="21" name="Picture Placeholder 12">
            <a:extLst>
              <a:ext uri="{FF2B5EF4-FFF2-40B4-BE49-F238E27FC236}">
                <a16:creationId xmlns:a16="http://schemas.microsoft.com/office/drawing/2014/main" id="{6BCFA964-3C6E-0AF0-758E-D891C45B1B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22" r="21822"/>
          <a:stretch>
            <a:fillRect/>
          </a:stretch>
        </p:blipFill>
        <p:spPr bwMode="auto">
          <a:xfrm>
            <a:off x="14829354" y="22566564"/>
            <a:ext cx="6586092" cy="510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Placeholder 12">
            <a:extLst>
              <a:ext uri="{FF2B5EF4-FFF2-40B4-BE49-F238E27FC236}">
                <a16:creationId xmlns:a16="http://schemas.microsoft.com/office/drawing/2014/main" id="{2D8DEAC1-F92C-226E-6E43-E302AA616AE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6576" b="-6576"/>
          <a:stretch/>
        </p:blipFill>
        <p:spPr bwMode="auto">
          <a:xfrm>
            <a:off x="20822151" y="9982105"/>
            <a:ext cx="7365550" cy="5964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ubtitle 10">
            <a:extLst>
              <a:ext uri="{FF2B5EF4-FFF2-40B4-BE49-F238E27FC236}">
                <a16:creationId xmlns:a16="http://schemas.microsoft.com/office/drawing/2014/main" id="{C22D5131-DD4D-273B-BC52-931B562A78DC}"/>
              </a:ext>
            </a:extLst>
          </p:cNvPr>
          <p:cNvSpPr txBox="1">
            <a:spLocks/>
          </p:cNvSpPr>
          <p:nvPr/>
        </p:nvSpPr>
        <p:spPr>
          <a:xfrm>
            <a:off x="23887423" y="600767"/>
            <a:ext cx="8304791" cy="1097280"/>
          </a:xfrm>
          <a:prstGeom prst="rect">
            <a:avLst/>
          </a:prstGeom>
        </p:spPr>
        <p:txBody>
          <a:bodyPr vert="horz" lIns="329184" tIns="164592" rIns="329184" bIns="164592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Lato Medium" panose="020F0502020204030203" pitchFamily="34" charset="0"/>
                <a:ea typeface="Lato Medium" panose="020F0502020204030203" pitchFamily="34" charset="0"/>
                <a:cs typeface="Lato Medium" panose="020F050202020403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432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Faculty Course Facilitator </a:t>
            </a:r>
            <a:endParaRPr lang="en-US" sz="144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Subtitle 10">
            <a:extLst>
              <a:ext uri="{FF2B5EF4-FFF2-40B4-BE49-F238E27FC236}">
                <a16:creationId xmlns:a16="http://schemas.microsoft.com/office/drawing/2014/main" id="{24CDCE85-27B2-939B-969B-AF6656D22E14}"/>
              </a:ext>
            </a:extLst>
          </p:cNvPr>
          <p:cNvSpPr txBox="1">
            <a:spLocks/>
          </p:cNvSpPr>
          <p:nvPr/>
        </p:nvSpPr>
        <p:spPr>
          <a:xfrm>
            <a:off x="23887423" y="1502099"/>
            <a:ext cx="6701243" cy="1169012"/>
          </a:xfrm>
          <a:prstGeom prst="rect">
            <a:avLst/>
          </a:prstGeom>
        </p:spPr>
        <p:txBody>
          <a:bodyPr vert="horz" lIns="329184" tIns="164592" rIns="329184" bIns="164592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Lato Medium" panose="020F0502020204030203" pitchFamily="34" charset="0"/>
                <a:ea typeface="Lato Medium" panose="020F0502020204030203" pitchFamily="34" charset="0"/>
                <a:cs typeface="Lato Medium" panose="020F050202020403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40" b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Dr. Waseem Asghar</a:t>
            </a:r>
          </a:p>
        </p:txBody>
      </p:sp>
      <p:pic>
        <p:nvPicPr>
          <p:cNvPr id="9" name="Picture 8" descr="A group of people posing for a picture&#10;&#10;AI-generated content may be incorrect.">
            <a:extLst>
              <a:ext uri="{FF2B5EF4-FFF2-40B4-BE49-F238E27FC236}">
                <a16:creationId xmlns:a16="http://schemas.microsoft.com/office/drawing/2014/main" id="{AB3BB0F8-4F10-A369-B2AE-1474C1A430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911" y="5218023"/>
            <a:ext cx="17443145" cy="11268155"/>
          </a:xfrm>
          <a:prstGeom prst="rect">
            <a:avLst/>
          </a:prstGeom>
        </p:spPr>
      </p:pic>
      <p:pic>
        <p:nvPicPr>
          <p:cNvPr id="7" name="Picture 6" descr="A machine with a red button&#10;&#10;AI-generated content may be incorrect.">
            <a:extLst>
              <a:ext uri="{FF2B5EF4-FFF2-40B4-BE49-F238E27FC236}">
                <a16:creationId xmlns:a16="http://schemas.microsoft.com/office/drawing/2014/main" id="{20519179-8C89-C2B4-C8A2-957AFFD1BA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03590" y="17796411"/>
            <a:ext cx="16323435" cy="10672990"/>
          </a:xfrm>
          <a:prstGeom prst="rect">
            <a:avLst/>
          </a:prstGeom>
        </p:spPr>
      </p:pic>
      <p:pic>
        <p:nvPicPr>
          <p:cNvPr id="14" name="Picture 13" descr="A green circuit board with a camera&#10;&#10;AI-generated content may be incorrect.">
            <a:extLst>
              <a:ext uri="{FF2B5EF4-FFF2-40B4-BE49-F238E27FC236}">
                <a16:creationId xmlns:a16="http://schemas.microsoft.com/office/drawing/2014/main" id="{37747FFF-AA21-2C8E-9EE8-C4BE4DD6D0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614" y="17700803"/>
            <a:ext cx="7041175" cy="6884107"/>
          </a:xfrm>
          <a:prstGeom prst="rect">
            <a:avLst/>
          </a:prstGeom>
        </p:spPr>
      </p:pic>
      <p:pic>
        <p:nvPicPr>
          <p:cNvPr id="15" name="Picture 14" descr="A graph on a screen&#10;&#10;AI-generated content may be incorrect.">
            <a:extLst>
              <a:ext uri="{FF2B5EF4-FFF2-40B4-BE49-F238E27FC236}">
                <a16:creationId xmlns:a16="http://schemas.microsoft.com/office/drawing/2014/main" id="{F71CCE18-66D0-2FA4-6294-EC50E60C23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8961" y="22581946"/>
            <a:ext cx="7113389" cy="50698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15692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a456742-23ea-4295-9362-aec5a4bea606" xsi:nil="true"/>
    <lcf76f155ced4ddcb4097134ff3c332f xmlns="082dc0e7-42bf-48f3-8a13-293f31d4db1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079299068DA147BD5126B16E0AD608" ma:contentTypeVersion="12" ma:contentTypeDescription="Create a new document." ma:contentTypeScope="" ma:versionID="30df733800df4c849a9453465a3e6432">
  <xsd:schema xmlns:xsd="http://www.w3.org/2001/XMLSchema" xmlns:xs="http://www.w3.org/2001/XMLSchema" xmlns:p="http://schemas.microsoft.com/office/2006/metadata/properties" xmlns:ns2="082dc0e7-42bf-48f3-8a13-293f31d4db10" xmlns:ns3="1a456742-23ea-4295-9362-aec5a4bea606" targetNamespace="http://schemas.microsoft.com/office/2006/metadata/properties" ma:root="true" ma:fieldsID="ee32be2d38d72de252d971680826c91b" ns2:_="" ns3:_="">
    <xsd:import namespace="082dc0e7-42bf-48f3-8a13-293f31d4db10"/>
    <xsd:import namespace="1a456742-23ea-4295-9362-aec5a4bea60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2dc0e7-42bf-48f3-8a13-293f31d4db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728a8d2-fce2-4ead-88e1-13feca9680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456742-23ea-4295-9362-aec5a4bea60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a6469102-0e5b-4142-84c2-51673b676308}" ma:internalName="TaxCatchAll" ma:showField="CatchAllData" ma:web="1a456742-23ea-4295-9362-aec5a4bea60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621505-09B5-40CD-A7EB-DBE77B3F29F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CC969F4-748E-4BA0-B549-4B69EAFD2949}">
  <ds:schemaRefs>
    <ds:schemaRef ds:uri="082dc0e7-42bf-48f3-8a13-293f31d4db10"/>
    <ds:schemaRef ds:uri="1a456742-23ea-4295-9362-aec5a4bea60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3B91FB0-0ADD-4433-9060-7279C06B618D}">
  <ds:schemaRefs>
    <ds:schemaRef ds:uri="082dc0e7-42bf-48f3-8a13-293f31d4db10"/>
    <ds:schemaRef ds:uri="1a456742-23ea-4295-9362-aec5a4bea60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Parametric  Retrofit of Lab Experiment for Remote Control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Adlai Moss</dc:creator>
  <cp:revision>186</cp:revision>
  <dcterms:created xsi:type="dcterms:W3CDTF">2021-11-24T20:51:02Z</dcterms:created>
  <dcterms:modified xsi:type="dcterms:W3CDTF">2026-03-30T16:45:15Z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0x0101009D079299068DA147BD5126B16E0AD608</vt:lpwstr>
  </property>
  <property fmtid="{D5CDD505-2E9C-101B-9397-08002B2CF9AE}" pid="3" name="MediaServiceImageTags">
    <vt:lpwstr/>
  </property>
</Properties>
</file>